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397" r:id="rId2"/>
  </p:sldIdLst>
  <p:sldSz cx="21332825" cy="11430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C7AAECD-B2FB-674C-8F24-B571A163E080}" v="1" dt="2025-10-16T09:51:39.86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978"/>
    <p:restoredTop sz="94635"/>
  </p:normalViewPr>
  <p:slideViewPr>
    <p:cSldViewPr snapToGrid="0">
      <p:cViewPr>
        <p:scale>
          <a:sx n="97" d="100"/>
          <a:sy n="97" d="100"/>
        </p:scale>
        <p:origin x="144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tefano Marchetti" userId="3bf8cbeb-8408-479d-a09b-695e13a1d95a" providerId="ADAL" clId="{D8C40FED-0A2A-538C-B5F9-F8E64794996E}"/>
    <pc:docChg chg="custSel modSld">
      <pc:chgData name="Stefano Marchetti" userId="3bf8cbeb-8408-479d-a09b-695e13a1d95a" providerId="ADAL" clId="{D8C40FED-0A2A-538C-B5F9-F8E64794996E}" dt="2025-10-16T09:51:42.673" v="5" actId="14100"/>
      <pc:docMkLst>
        <pc:docMk/>
      </pc:docMkLst>
      <pc:sldChg chg="addSp delSp modSp mod">
        <pc:chgData name="Stefano Marchetti" userId="3bf8cbeb-8408-479d-a09b-695e13a1d95a" providerId="ADAL" clId="{D8C40FED-0A2A-538C-B5F9-F8E64794996E}" dt="2025-10-16T09:51:42.673" v="5" actId="14100"/>
        <pc:sldMkLst>
          <pc:docMk/>
          <pc:sldMk cId="3825452004" sldId="397"/>
        </pc:sldMkLst>
        <pc:cxnChg chg="add del mod">
          <ac:chgData name="Stefano Marchetti" userId="3bf8cbeb-8408-479d-a09b-695e13a1d95a" providerId="ADAL" clId="{D8C40FED-0A2A-538C-B5F9-F8E64794996E}" dt="2025-10-16T09:51:37.391" v="2" actId="478"/>
          <ac:cxnSpMkLst>
            <pc:docMk/>
            <pc:sldMk cId="3825452004" sldId="397"/>
            <ac:cxnSpMk id="23" creationId="{8A78E5D7-E98E-0D53-2B0A-111EF7FBF8C8}"/>
          </ac:cxnSpMkLst>
        </pc:cxnChg>
        <pc:cxnChg chg="add mod">
          <ac:chgData name="Stefano Marchetti" userId="3bf8cbeb-8408-479d-a09b-695e13a1d95a" providerId="ADAL" clId="{D8C40FED-0A2A-538C-B5F9-F8E64794996E}" dt="2025-10-16T09:51:42.673" v="5" actId="14100"/>
          <ac:cxnSpMkLst>
            <pc:docMk/>
            <pc:sldMk cId="3825452004" sldId="397"/>
            <ac:cxnSpMk id="24" creationId="{7945A8F0-AF85-2381-F32E-4AA3A2A9F586}"/>
          </ac:cxnSpMkLst>
        </pc:cxnChg>
        <pc:cxnChg chg="del mod">
          <ac:chgData name="Stefano Marchetti" userId="3bf8cbeb-8408-479d-a09b-695e13a1d95a" providerId="ADAL" clId="{D8C40FED-0A2A-538C-B5F9-F8E64794996E}" dt="2025-10-16T09:51:20.289" v="0" actId="478"/>
          <ac:cxnSpMkLst>
            <pc:docMk/>
            <pc:sldMk cId="3825452004" sldId="397"/>
            <ac:cxnSpMk id="242" creationId="{45AF75CA-8555-1881-4347-95A7201CDB40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dice_A"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tangolo 5">
            <a:extLst>
              <a:ext uri="{FF2B5EF4-FFF2-40B4-BE49-F238E27FC236}">
                <a16:creationId xmlns:a16="http://schemas.microsoft.com/office/drawing/2014/main" id="{0933319C-8AC5-4764-9981-AEA331D30C57}"/>
              </a:ext>
            </a:extLst>
          </p:cNvPr>
          <p:cNvSpPr/>
          <p:nvPr userDrawn="1"/>
        </p:nvSpPr>
        <p:spPr>
          <a:xfrm>
            <a:off x="1" y="0"/>
            <a:ext cx="4997104" cy="1143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6847A823-6861-4ED7-916A-EB4BF5CE6D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100" y="1346791"/>
            <a:ext cx="3785891" cy="1400138"/>
          </a:xfrm>
        </p:spPr>
        <p:txBody>
          <a:bodyPr/>
          <a:lstStyle>
            <a:lvl1pPr>
              <a:defRPr/>
            </a:lvl1pPr>
          </a:lstStyle>
          <a:p>
            <a:endParaRPr lang="en-US" noProof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C86D3BA3-83F0-4C02-8636-ACA6EA9DFF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06/11/2024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7CB1FEA7-7590-4AD0-A0B1-4809206902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Advanced Measurements Project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F95199BD-4F67-4AA1-A795-95C0BF541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35EEA2-8D42-4D46-95A6-66E65FDC5EB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8" name="Segnaposto testo 7">
            <a:extLst>
              <a:ext uri="{FF2B5EF4-FFF2-40B4-BE49-F238E27FC236}">
                <a16:creationId xmlns:a16="http://schemas.microsoft.com/office/drawing/2014/main" id="{67325048-9832-400A-BAC7-02B5977E3E3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86098" y="3434294"/>
            <a:ext cx="3786020" cy="6694538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endParaRPr lang="en-US" noProof="0"/>
          </a:p>
        </p:txBody>
      </p:sp>
      <p:sp>
        <p:nvSpPr>
          <p:cNvPr id="9" name="Segnaposto testo 8">
            <a:extLst>
              <a:ext uri="{FF2B5EF4-FFF2-40B4-BE49-F238E27FC236}">
                <a16:creationId xmlns:a16="http://schemas.microsoft.com/office/drawing/2014/main" id="{2AF746B8-16B5-4251-938A-CD03C89D3CC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646" y="3434293"/>
            <a:ext cx="15119083" cy="6694537"/>
          </a:xfrm>
        </p:spPr>
        <p:txBody>
          <a:bodyPr/>
          <a:lstStyle>
            <a:lvl1pPr marL="342900" indent="-342900">
              <a:buFont typeface="+mj-lt"/>
              <a:buAutoNum type="arabicPeriod"/>
              <a:defRPr sz="1400" b="1">
                <a:solidFill>
                  <a:schemeClr val="tx2"/>
                </a:solidFill>
              </a:defRPr>
            </a:lvl1pPr>
            <a:lvl2pPr marL="360000" indent="0">
              <a:buFont typeface="+mj-lt"/>
              <a:buNone/>
              <a:defRPr sz="1400"/>
            </a:lvl2pPr>
            <a:lvl3pPr marL="1257300" indent="-342900">
              <a:buFont typeface="+mj-lt"/>
              <a:buAutoNum type="arabicPeriod"/>
              <a:defRPr/>
            </a:lvl3pPr>
            <a:lvl4pPr marL="1714500" indent="-342900">
              <a:buFont typeface="+mj-lt"/>
              <a:buAutoNum type="arabicPeriod"/>
              <a:defRPr/>
            </a:lvl4pPr>
            <a:lvl5pPr marL="2171700" indent="-342900">
              <a:buFont typeface="+mj-lt"/>
              <a:buAutoNum type="arabicPeriod"/>
              <a:defRPr/>
            </a:lvl5pPr>
          </a:lstStyle>
          <a:p>
            <a:pPr lvl="0"/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Sezione</a:t>
            </a:r>
            <a:endParaRPr lang="en-US" noProof="0"/>
          </a:p>
          <a:p>
            <a:pPr lvl="1"/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Capitolo</a:t>
            </a:r>
            <a:endParaRPr lang="en-US" noProof="0"/>
          </a:p>
          <a:p>
            <a:pPr lvl="1"/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Capitolo</a:t>
            </a:r>
            <a:endParaRPr lang="en-US" noProof="0"/>
          </a:p>
          <a:p>
            <a:pPr lvl="1"/>
            <a:endParaRPr lang="en-US" noProof="0"/>
          </a:p>
          <a:p>
            <a:pPr lvl="0"/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Sezione</a:t>
            </a:r>
            <a:endParaRPr lang="en-US" noProof="0"/>
          </a:p>
          <a:p>
            <a:pPr lvl="1"/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Capitolo</a:t>
            </a:r>
            <a:endParaRPr lang="en-US" noProof="0"/>
          </a:p>
          <a:p>
            <a:pPr lvl="1"/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Capitolo</a:t>
            </a:r>
            <a:endParaRPr lang="en-US" noProof="0"/>
          </a:p>
          <a:p>
            <a:pPr lvl="1"/>
            <a:endParaRPr lang="en-US" noProof="0"/>
          </a:p>
          <a:p>
            <a:pPr lvl="0"/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Sezione</a:t>
            </a:r>
            <a:endParaRPr lang="en-US" noProof="0"/>
          </a:p>
          <a:p>
            <a:pPr lvl="1"/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Capitolo</a:t>
            </a:r>
            <a:endParaRPr lang="en-US" noProof="0"/>
          </a:p>
          <a:p>
            <a:pPr lvl="1"/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Capitolo</a:t>
            </a:r>
            <a:endParaRPr lang="en-US" noProof="0"/>
          </a:p>
          <a:p>
            <a:pPr lvl="1"/>
            <a:endParaRPr lang="en-US" noProof="0"/>
          </a:p>
          <a:p>
            <a:pPr lvl="1"/>
            <a:endParaRPr lang="en-US" noProof="0"/>
          </a:p>
        </p:txBody>
      </p:sp>
      <p:sp>
        <p:nvSpPr>
          <p:cNvPr id="12" name="Rettangolo 128">
            <a:extLst>
              <a:ext uri="{FF2B5EF4-FFF2-40B4-BE49-F238E27FC236}">
                <a16:creationId xmlns:a16="http://schemas.microsoft.com/office/drawing/2014/main" id="{3905867A-F46D-FF66-3C67-E40033DA6A3A}"/>
              </a:ext>
            </a:extLst>
          </p:cNvPr>
          <p:cNvSpPr/>
          <p:nvPr userDrawn="1"/>
        </p:nvSpPr>
        <p:spPr>
          <a:xfrm>
            <a:off x="1" y="10919591"/>
            <a:ext cx="21332825" cy="512962"/>
          </a:xfrm>
          <a:prstGeom prst="rect">
            <a:avLst/>
          </a:prstGeom>
          <a:solidFill>
            <a:srgbClr val="102C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80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3D336383-DA53-CB77-79AE-8DD98B1D4FA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740636" y="11071068"/>
            <a:ext cx="3980012" cy="210000"/>
          </a:xfrm>
          <a:prstGeom prst="rect">
            <a:avLst/>
          </a:prstGeom>
        </p:spPr>
      </p:pic>
      <p:sp>
        <p:nvSpPr>
          <p:cNvPr id="7" name="CuadroTexto 5">
            <a:extLst>
              <a:ext uri="{FF2B5EF4-FFF2-40B4-BE49-F238E27FC236}">
                <a16:creationId xmlns:a16="http://schemas.microsoft.com/office/drawing/2014/main" id="{5973813C-E653-3275-EB3F-AB31A7A85C1A}"/>
              </a:ext>
            </a:extLst>
          </p:cNvPr>
          <p:cNvSpPr txBox="1"/>
          <p:nvPr userDrawn="1"/>
        </p:nvSpPr>
        <p:spPr>
          <a:xfrm>
            <a:off x="488161" y="10919591"/>
            <a:ext cx="151067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>
                <a:solidFill>
                  <a:schemeClr val="bg1"/>
                </a:solidFill>
                <a:latin typeface="Manrope SemiBold" pitchFamily="2" charset="0"/>
              </a:rPr>
              <a:t>Stefano Marchetti </a:t>
            </a:r>
            <a:r>
              <a:rPr lang="en-GB" sz="1400">
                <a:solidFill>
                  <a:schemeClr val="bg1"/>
                </a:solidFill>
                <a:latin typeface="Manrope Light" pitchFamily="2" charset="0"/>
              </a:rPr>
              <a:t>PhD Student</a:t>
            </a:r>
          </a:p>
        </p:txBody>
      </p:sp>
    </p:spTree>
    <p:extLst>
      <p:ext uri="{BB962C8B-B14F-4D97-AF65-F5344CB8AC3E}">
        <p14:creationId xmlns:p14="http://schemas.microsoft.com/office/powerpoint/2010/main" val="12294660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dice_B"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8F4CC49-BF64-4501-AD26-31299F38CC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6100" y="1354421"/>
            <a:ext cx="20160631" cy="1400138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en-US" noProof="0" err="1"/>
              <a:t>Indice</a:t>
            </a:r>
            <a:endParaRPr lang="en-US" noProof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96A4B48-3E59-4C49-8298-F9F8442DAB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06/11/2024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74028AC-2CCC-4D8D-959A-F6ABF1395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Advanced Measurements Project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B0D810A-BB19-46E5-95EF-8E0D57F0B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35EEA2-8D42-4D46-95A6-66E65FDC5EB1}" type="slidenum">
              <a:rPr lang="en-US" noProof="0" smtClean="0"/>
              <a:t>‹#›</a:t>
            </a:fld>
            <a:endParaRPr lang="en-US" noProof="0"/>
          </a:p>
        </p:txBody>
      </p:sp>
      <p:sp>
        <p:nvSpPr>
          <p:cNvPr id="8" name="Segnaposto testo 7">
            <a:extLst>
              <a:ext uri="{FF2B5EF4-FFF2-40B4-BE49-F238E27FC236}">
                <a16:creationId xmlns:a16="http://schemas.microsoft.com/office/drawing/2014/main" id="{D1CFA815-ACBE-4524-9331-D296F8E0F9B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86098" y="5091649"/>
            <a:ext cx="3308149" cy="554672"/>
          </a:xfrm>
        </p:spPr>
        <p:txBody>
          <a:bodyPr>
            <a:normAutofit/>
          </a:bodyPr>
          <a:lstStyle>
            <a:lvl1pPr>
              <a:defRPr sz="1400" b="1">
                <a:solidFill>
                  <a:schemeClr val="tx2"/>
                </a:solidFill>
                <a:latin typeface="+mj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sezione</a:t>
            </a:r>
            <a:endParaRPr lang="en-US" noProof="0"/>
          </a:p>
        </p:txBody>
      </p:sp>
      <p:sp>
        <p:nvSpPr>
          <p:cNvPr id="9" name="Segnaposto testo 7">
            <a:extLst>
              <a:ext uri="{FF2B5EF4-FFF2-40B4-BE49-F238E27FC236}">
                <a16:creationId xmlns:a16="http://schemas.microsoft.com/office/drawing/2014/main" id="{75158ADB-01E3-4A38-A321-CD450AEEEFC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1991" y="5091649"/>
            <a:ext cx="3308150" cy="554672"/>
          </a:xfrm>
        </p:spPr>
        <p:txBody>
          <a:bodyPr>
            <a:normAutofit/>
          </a:bodyPr>
          <a:lstStyle>
            <a:lvl1pPr>
              <a:defRPr sz="1400" b="1">
                <a:solidFill>
                  <a:schemeClr val="tx2"/>
                </a:solidFill>
                <a:latin typeface="+mj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sezione</a:t>
            </a:r>
            <a:endParaRPr lang="en-US" noProof="0"/>
          </a:p>
        </p:txBody>
      </p:sp>
      <p:sp>
        <p:nvSpPr>
          <p:cNvPr id="10" name="Segnaposto testo 7">
            <a:extLst>
              <a:ext uri="{FF2B5EF4-FFF2-40B4-BE49-F238E27FC236}">
                <a16:creationId xmlns:a16="http://schemas.microsoft.com/office/drawing/2014/main" id="{C2B0DC0F-1C21-45C1-8F2A-00A6E134186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157885" y="5091649"/>
            <a:ext cx="3308150" cy="554672"/>
          </a:xfrm>
        </p:spPr>
        <p:txBody>
          <a:bodyPr>
            <a:normAutofit/>
          </a:bodyPr>
          <a:lstStyle>
            <a:lvl1pPr>
              <a:defRPr sz="1400" b="1">
                <a:solidFill>
                  <a:schemeClr val="tx2"/>
                </a:solidFill>
                <a:latin typeface="+mj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sezione</a:t>
            </a:r>
            <a:endParaRPr lang="en-US" noProof="0"/>
          </a:p>
        </p:txBody>
      </p:sp>
      <p:sp>
        <p:nvSpPr>
          <p:cNvPr id="11" name="Segnaposto testo 7">
            <a:extLst>
              <a:ext uri="{FF2B5EF4-FFF2-40B4-BE49-F238E27FC236}">
                <a16:creationId xmlns:a16="http://schemas.microsoft.com/office/drawing/2014/main" id="{76250419-1EAD-4278-97B7-1BA8F075259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943779" y="5091649"/>
            <a:ext cx="3308150" cy="554672"/>
          </a:xfrm>
        </p:spPr>
        <p:txBody>
          <a:bodyPr>
            <a:normAutofit/>
          </a:bodyPr>
          <a:lstStyle>
            <a:lvl1pPr>
              <a:defRPr sz="1400" b="1">
                <a:solidFill>
                  <a:schemeClr val="tx2"/>
                </a:solidFill>
                <a:latin typeface="+mj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sezione</a:t>
            </a:r>
            <a:endParaRPr lang="en-US" noProof="0"/>
          </a:p>
        </p:txBody>
      </p:sp>
      <p:sp>
        <p:nvSpPr>
          <p:cNvPr id="12" name="Segnaposto testo 7">
            <a:extLst>
              <a:ext uri="{FF2B5EF4-FFF2-40B4-BE49-F238E27FC236}">
                <a16:creationId xmlns:a16="http://schemas.microsoft.com/office/drawing/2014/main" id="{DCD9C49F-F44E-4E82-864B-742438DCAE6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5729673" y="5091649"/>
            <a:ext cx="3308150" cy="554672"/>
          </a:xfrm>
        </p:spPr>
        <p:txBody>
          <a:bodyPr>
            <a:normAutofit/>
          </a:bodyPr>
          <a:lstStyle>
            <a:lvl1pPr>
              <a:defRPr sz="1400" b="1">
                <a:solidFill>
                  <a:schemeClr val="tx2"/>
                </a:solidFill>
                <a:latin typeface="+mj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sezione</a:t>
            </a:r>
            <a:br>
              <a:rPr lang="en-US" noProof="0"/>
            </a:br>
            <a:endParaRPr lang="en-US" noProof="0"/>
          </a:p>
        </p:txBody>
      </p:sp>
      <p:sp>
        <p:nvSpPr>
          <p:cNvPr id="13" name="Segnaposto testo 7">
            <a:extLst>
              <a:ext uri="{FF2B5EF4-FFF2-40B4-BE49-F238E27FC236}">
                <a16:creationId xmlns:a16="http://schemas.microsoft.com/office/drawing/2014/main" id="{7F91CD7E-BBFD-483F-A271-EC1D28C8A87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86098" y="6227967"/>
            <a:ext cx="3308149" cy="3128220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1400" b="0">
                <a:solidFill>
                  <a:schemeClr val="tx1"/>
                </a:solidFill>
                <a:latin typeface="+mn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argomento</a:t>
            </a:r>
            <a:endParaRPr lang="en-US" noProof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argomento</a:t>
            </a:r>
            <a:endParaRPr lang="en-US" noProof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argomento</a:t>
            </a:r>
            <a:endParaRPr lang="en-US" noProof="0"/>
          </a:p>
          <a:p>
            <a:pPr lvl="0"/>
            <a:endParaRPr lang="en-US" noProof="0"/>
          </a:p>
        </p:txBody>
      </p:sp>
      <p:sp>
        <p:nvSpPr>
          <p:cNvPr id="18" name="Segnaposto testo 7">
            <a:extLst>
              <a:ext uri="{FF2B5EF4-FFF2-40B4-BE49-F238E27FC236}">
                <a16:creationId xmlns:a16="http://schemas.microsoft.com/office/drawing/2014/main" id="{50290743-6926-46ED-BE46-501A4F78CC6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 rot="16200000">
            <a:off x="367683" y="3498871"/>
            <a:ext cx="1293960" cy="1164805"/>
          </a:xfrm>
        </p:spPr>
        <p:txBody>
          <a:bodyPr anchor="t">
            <a:noAutofit/>
          </a:bodyPr>
          <a:lstStyle>
            <a:lvl1pPr algn="r">
              <a:defRPr sz="4400" b="0">
                <a:solidFill>
                  <a:schemeClr val="tx2"/>
                </a:solidFill>
                <a:latin typeface="+mj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/>
              <a:t>01</a:t>
            </a:r>
          </a:p>
        </p:txBody>
      </p:sp>
      <p:sp>
        <p:nvSpPr>
          <p:cNvPr id="19" name="Segnaposto testo 7">
            <a:extLst>
              <a:ext uri="{FF2B5EF4-FFF2-40B4-BE49-F238E27FC236}">
                <a16:creationId xmlns:a16="http://schemas.microsoft.com/office/drawing/2014/main" id="{9AA91E9E-F4C5-4318-8BFC-5E627DF7F53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 rot="16200000">
            <a:off x="4098700" y="3498871"/>
            <a:ext cx="1293960" cy="1164805"/>
          </a:xfrm>
        </p:spPr>
        <p:txBody>
          <a:bodyPr anchor="t">
            <a:noAutofit/>
          </a:bodyPr>
          <a:lstStyle>
            <a:lvl1pPr algn="r">
              <a:defRPr sz="4400" b="0">
                <a:solidFill>
                  <a:schemeClr val="tx2"/>
                </a:solidFill>
                <a:latin typeface="+mj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/>
              <a:t>02</a:t>
            </a:r>
          </a:p>
        </p:txBody>
      </p:sp>
      <p:sp>
        <p:nvSpPr>
          <p:cNvPr id="20" name="Segnaposto testo 7">
            <a:extLst>
              <a:ext uri="{FF2B5EF4-FFF2-40B4-BE49-F238E27FC236}">
                <a16:creationId xmlns:a16="http://schemas.microsoft.com/office/drawing/2014/main" id="{D6F57CB6-9F04-49B6-939C-D13BA7FB06A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 rot="16200000">
            <a:off x="7932369" y="3498871"/>
            <a:ext cx="1293960" cy="1164805"/>
          </a:xfrm>
        </p:spPr>
        <p:txBody>
          <a:bodyPr anchor="t">
            <a:noAutofit/>
          </a:bodyPr>
          <a:lstStyle>
            <a:lvl1pPr algn="r">
              <a:defRPr sz="4400" b="0">
                <a:solidFill>
                  <a:schemeClr val="tx2"/>
                </a:solidFill>
                <a:latin typeface="+mj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/>
              <a:t>03</a:t>
            </a:r>
          </a:p>
        </p:txBody>
      </p:sp>
      <p:sp>
        <p:nvSpPr>
          <p:cNvPr id="21" name="Segnaposto testo 7">
            <a:extLst>
              <a:ext uri="{FF2B5EF4-FFF2-40B4-BE49-F238E27FC236}">
                <a16:creationId xmlns:a16="http://schemas.microsoft.com/office/drawing/2014/main" id="{6C01B50D-1661-4131-BCDF-441CC221445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 rot="16200000">
            <a:off x="11711343" y="3498871"/>
            <a:ext cx="1293960" cy="1164805"/>
          </a:xfrm>
        </p:spPr>
        <p:txBody>
          <a:bodyPr anchor="t">
            <a:noAutofit/>
          </a:bodyPr>
          <a:lstStyle>
            <a:lvl1pPr algn="r">
              <a:defRPr sz="4400" b="0">
                <a:solidFill>
                  <a:schemeClr val="tx2"/>
                </a:solidFill>
                <a:latin typeface="+mj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/>
              <a:t>04</a:t>
            </a:r>
          </a:p>
        </p:txBody>
      </p:sp>
      <p:sp>
        <p:nvSpPr>
          <p:cNvPr id="22" name="Segnaposto testo 7">
            <a:extLst>
              <a:ext uri="{FF2B5EF4-FFF2-40B4-BE49-F238E27FC236}">
                <a16:creationId xmlns:a16="http://schemas.microsoft.com/office/drawing/2014/main" id="{2D503613-5D8F-4B95-8EB3-13963149108F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 rot="16200000">
            <a:off x="15511253" y="3498871"/>
            <a:ext cx="1293960" cy="1164805"/>
          </a:xfrm>
        </p:spPr>
        <p:txBody>
          <a:bodyPr anchor="t">
            <a:noAutofit/>
          </a:bodyPr>
          <a:lstStyle>
            <a:lvl1pPr algn="r">
              <a:defRPr sz="4400" b="0">
                <a:solidFill>
                  <a:schemeClr val="tx2"/>
                </a:solidFill>
                <a:latin typeface="+mj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/>
              <a:t>05</a:t>
            </a:r>
          </a:p>
        </p:txBody>
      </p:sp>
      <p:sp>
        <p:nvSpPr>
          <p:cNvPr id="23" name="Segnaposto testo 7">
            <a:extLst>
              <a:ext uri="{FF2B5EF4-FFF2-40B4-BE49-F238E27FC236}">
                <a16:creationId xmlns:a16="http://schemas.microsoft.com/office/drawing/2014/main" id="{D6AE53A6-5645-44EC-B619-20693E3FE51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371991" y="6227967"/>
            <a:ext cx="3308149" cy="3128220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1400" b="0">
                <a:solidFill>
                  <a:schemeClr val="tx1"/>
                </a:solidFill>
                <a:latin typeface="+mn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argomento</a:t>
            </a:r>
            <a:endParaRPr lang="en-US" noProof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argomento</a:t>
            </a:r>
            <a:endParaRPr lang="en-US" noProof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argomento</a:t>
            </a:r>
            <a:endParaRPr lang="en-US" noProof="0"/>
          </a:p>
          <a:p>
            <a:pPr lvl="0"/>
            <a:endParaRPr lang="en-US" noProof="0"/>
          </a:p>
        </p:txBody>
      </p:sp>
      <p:sp>
        <p:nvSpPr>
          <p:cNvPr id="24" name="Segnaposto testo 7">
            <a:extLst>
              <a:ext uri="{FF2B5EF4-FFF2-40B4-BE49-F238E27FC236}">
                <a16:creationId xmlns:a16="http://schemas.microsoft.com/office/drawing/2014/main" id="{26F8B43E-3092-43FC-A7B0-45C3ACC71E5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157885" y="6227967"/>
            <a:ext cx="3308149" cy="3128220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1400" b="0">
                <a:solidFill>
                  <a:schemeClr val="tx1"/>
                </a:solidFill>
                <a:latin typeface="+mn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argomento</a:t>
            </a:r>
            <a:endParaRPr lang="en-US" noProof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argomento</a:t>
            </a:r>
            <a:endParaRPr lang="en-US" noProof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argomento</a:t>
            </a:r>
            <a:endParaRPr lang="en-US" noProof="0"/>
          </a:p>
          <a:p>
            <a:pPr lvl="0"/>
            <a:endParaRPr lang="en-US" noProof="0"/>
          </a:p>
        </p:txBody>
      </p:sp>
      <p:sp>
        <p:nvSpPr>
          <p:cNvPr id="25" name="Segnaposto testo 7">
            <a:extLst>
              <a:ext uri="{FF2B5EF4-FFF2-40B4-BE49-F238E27FC236}">
                <a16:creationId xmlns:a16="http://schemas.microsoft.com/office/drawing/2014/main" id="{96EAA45D-80FC-4DF6-AC23-808A2DB73D4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1943779" y="6227967"/>
            <a:ext cx="3308149" cy="3128220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1400" b="0">
                <a:solidFill>
                  <a:schemeClr val="tx1"/>
                </a:solidFill>
                <a:latin typeface="+mn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argomento</a:t>
            </a:r>
            <a:endParaRPr lang="en-US" noProof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argomento</a:t>
            </a:r>
            <a:endParaRPr lang="en-US" noProof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argomento</a:t>
            </a:r>
            <a:endParaRPr lang="en-US" noProof="0"/>
          </a:p>
          <a:p>
            <a:pPr lvl="0"/>
            <a:endParaRPr lang="en-US" noProof="0"/>
          </a:p>
        </p:txBody>
      </p:sp>
      <p:sp>
        <p:nvSpPr>
          <p:cNvPr id="26" name="Segnaposto testo 7">
            <a:extLst>
              <a:ext uri="{FF2B5EF4-FFF2-40B4-BE49-F238E27FC236}">
                <a16:creationId xmlns:a16="http://schemas.microsoft.com/office/drawing/2014/main" id="{95E95A4E-A14D-4872-961D-4BFE57914A65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5729673" y="6227967"/>
            <a:ext cx="3308149" cy="3128220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1400" b="0">
                <a:solidFill>
                  <a:schemeClr val="tx1"/>
                </a:solidFill>
                <a:latin typeface="+mn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argomento</a:t>
            </a:r>
            <a:endParaRPr lang="en-US" noProof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argomento</a:t>
            </a:r>
            <a:endParaRPr lang="en-US" noProof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argomento</a:t>
            </a:r>
            <a:endParaRPr lang="en-US" noProof="0"/>
          </a:p>
          <a:p>
            <a:pPr lvl="0"/>
            <a:endParaRPr lang="en-US" noProof="0"/>
          </a:p>
        </p:txBody>
      </p:sp>
      <p:sp>
        <p:nvSpPr>
          <p:cNvPr id="3" name="Rettangolo 128">
            <a:extLst>
              <a:ext uri="{FF2B5EF4-FFF2-40B4-BE49-F238E27FC236}">
                <a16:creationId xmlns:a16="http://schemas.microsoft.com/office/drawing/2014/main" id="{8BD3294E-B4BC-5E79-1948-C247C1096D9D}"/>
              </a:ext>
            </a:extLst>
          </p:cNvPr>
          <p:cNvSpPr/>
          <p:nvPr userDrawn="1"/>
        </p:nvSpPr>
        <p:spPr>
          <a:xfrm>
            <a:off x="1" y="10919591"/>
            <a:ext cx="21332825" cy="512962"/>
          </a:xfrm>
          <a:prstGeom prst="rect">
            <a:avLst/>
          </a:prstGeom>
          <a:solidFill>
            <a:srgbClr val="102C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80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EBEB5586-4706-2B55-2994-A5124497D32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740636" y="11071068"/>
            <a:ext cx="3980012" cy="210000"/>
          </a:xfrm>
          <a:prstGeom prst="rect">
            <a:avLst/>
          </a:prstGeom>
        </p:spPr>
      </p:pic>
      <p:sp>
        <p:nvSpPr>
          <p:cNvPr id="15" name="CuadroTexto 5">
            <a:extLst>
              <a:ext uri="{FF2B5EF4-FFF2-40B4-BE49-F238E27FC236}">
                <a16:creationId xmlns:a16="http://schemas.microsoft.com/office/drawing/2014/main" id="{B8E6E7A9-136C-9F3B-E078-35DFB60745C4}"/>
              </a:ext>
            </a:extLst>
          </p:cNvPr>
          <p:cNvSpPr txBox="1"/>
          <p:nvPr userDrawn="1"/>
        </p:nvSpPr>
        <p:spPr>
          <a:xfrm>
            <a:off x="488161" y="10919591"/>
            <a:ext cx="151067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>
                <a:solidFill>
                  <a:schemeClr val="bg1"/>
                </a:solidFill>
                <a:latin typeface="Manrope SemiBold" pitchFamily="2" charset="0"/>
              </a:rPr>
              <a:t>Stefano Marchetti </a:t>
            </a:r>
            <a:r>
              <a:rPr lang="en-GB" sz="1400">
                <a:solidFill>
                  <a:schemeClr val="bg1"/>
                </a:solidFill>
                <a:latin typeface="Manrope Light" pitchFamily="2" charset="0"/>
              </a:rPr>
              <a:t>PhD Student</a:t>
            </a:r>
          </a:p>
        </p:txBody>
      </p:sp>
    </p:spTree>
    <p:extLst>
      <p:ext uri="{BB962C8B-B14F-4D97-AF65-F5344CB8AC3E}">
        <p14:creationId xmlns:p14="http://schemas.microsoft.com/office/powerpoint/2010/main" val="23120791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251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sorio_A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Ovale 10">
            <a:extLst>
              <a:ext uri="{FF2B5EF4-FFF2-40B4-BE49-F238E27FC236}">
                <a16:creationId xmlns:a16="http://schemas.microsoft.com/office/drawing/2014/main" id="{35E14663-8764-4DCE-B9CB-7C9A4CEA9BB5}"/>
              </a:ext>
            </a:extLst>
          </p:cNvPr>
          <p:cNvSpPr/>
          <p:nvPr userDrawn="1"/>
        </p:nvSpPr>
        <p:spPr>
          <a:xfrm rot="6083929">
            <a:off x="2746783" y="1904438"/>
            <a:ext cx="18145450" cy="19051128"/>
          </a:xfrm>
          <a:prstGeom prst="ellipse">
            <a:avLst/>
          </a:prstGeom>
          <a:gradFill flip="none" rotWithShape="1">
            <a:gsLst>
              <a:gs pos="38000">
                <a:schemeClr val="tx1">
                  <a:lumMod val="0"/>
                  <a:lumOff val="100000"/>
                  <a:alpha val="0"/>
                </a:schemeClr>
              </a:gs>
              <a:gs pos="82000">
                <a:schemeClr val="accent3">
                  <a:alpha val="2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noProof="0">
              <a:latin typeface="Manrope" pitchFamily="2" charset="0"/>
            </a:endParaRP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189FF9E0-0F2A-4E7B-ADD7-33314E9E93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27645" y="2363855"/>
            <a:ext cx="15119085" cy="2165013"/>
          </a:xfrm>
        </p:spPr>
        <p:txBody>
          <a:bodyPr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 err="1"/>
              <a:t>Titolo</a:t>
            </a:r>
            <a:r>
              <a:rPr lang="en-US" noProof="0"/>
              <a:t> del </a:t>
            </a:r>
            <a:r>
              <a:rPr lang="en-US" noProof="0" err="1"/>
              <a:t>divisorio</a:t>
            </a:r>
            <a:endParaRPr lang="en-US" noProof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E134B4D-D1C6-403C-87F8-32776FD0E8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06/11/2024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27C40DD1-2473-433A-86AF-A19E5D1CA2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Advanced Measurements Project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F5E4E6DD-3673-45F3-B980-656947B06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135EEA2-8D42-4D46-95A6-66E65FDC5EB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6" name="Ovale 5">
            <a:extLst>
              <a:ext uri="{FF2B5EF4-FFF2-40B4-BE49-F238E27FC236}">
                <a16:creationId xmlns:a16="http://schemas.microsoft.com/office/drawing/2014/main" id="{419AA845-D4AF-40CE-B7F3-A1B95A20D2F3}"/>
              </a:ext>
            </a:extLst>
          </p:cNvPr>
          <p:cNvSpPr/>
          <p:nvPr userDrawn="1"/>
        </p:nvSpPr>
        <p:spPr>
          <a:xfrm>
            <a:off x="0" y="2363853"/>
            <a:ext cx="2247138" cy="2140450"/>
          </a:xfrm>
          <a:prstGeom prst="ellipse">
            <a:avLst/>
          </a:prstGeom>
          <a:noFill/>
          <a:ln w="9525">
            <a:solidFill>
              <a:schemeClr val="bg1">
                <a:alpha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BA29D2F2-5AC8-4927-AA1D-19630D333830}"/>
              </a:ext>
            </a:extLst>
          </p:cNvPr>
          <p:cNvCxnSpPr>
            <a:cxnSpLocks/>
          </p:cNvCxnSpPr>
          <p:nvPr userDrawn="1"/>
        </p:nvCxnSpPr>
        <p:spPr>
          <a:xfrm>
            <a:off x="1" y="2363853"/>
            <a:ext cx="21332825" cy="0"/>
          </a:xfrm>
          <a:prstGeom prst="line">
            <a:avLst/>
          </a:prstGeom>
          <a:ln w="9525">
            <a:solidFill>
              <a:schemeClr val="bg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diritto 7">
            <a:extLst>
              <a:ext uri="{FF2B5EF4-FFF2-40B4-BE49-F238E27FC236}">
                <a16:creationId xmlns:a16="http://schemas.microsoft.com/office/drawing/2014/main" id="{53C00AF5-6CFB-4B05-922E-59446B4D5F1D}"/>
              </a:ext>
            </a:extLst>
          </p:cNvPr>
          <p:cNvCxnSpPr>
            <a:cxnSpLocks/>
          </p:cNvCxnSpPr>
          <p:nvPr userDrawn="1"/>
        </p:nvCxnSpPr>
        <p:spPr>
          <a:xfrm>
            <a:off x="1" y="4528867"/>
            <a:ext cx="21332825" cy="0"/>
          </a:xfrm>
          <a:prstGeom prst="line">
            <a:avLst/>
          </a:prstGeom>
          <a:ln w="9525">
            <a:solidFill>
              <a:schemeClr val="bg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ttore diritto 11">
            <a:extLst>
              <a:ext uri="{FF2B5EF4-FFF2-40B4-BE49-F238E27FC236}">
                <a16:creationId xmlns:a16="http://schemas.microsoft.com/office/drawing/2014/main" id="{28D8426E-B0F3-4A04-99ED-0D9D1A7A694E}"/>
              </a:ext>
            </a:extLst>
          </p:cNvPr>
          <p:cNvCxnSpPr>
            <a:cxnSpLocks/>
          </p:cNvCxnSpPr>
          <p:nvPr userDrawn="1"/>
        </p:nvCxnSpPr>
        <p:spPr>
          <a:xfrm flipV="1">
            <a:off x="2247138" y="2"/>
            <a:ext cx="0" cy="11832403"/>
          </a:xfrm>
          <a:prstGeom prst="line">
            <a:avLst/>
          </a:prstGeom>
          <a:ln w="9525">
            <a:solidFill>
              <a:schemeClr val="bg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Segnaposto testo 16">
            <a:extLst>
              <a:ext uri="{FF2B5EF4-FFF2-40B4-BE49-F238E27FC236}">
                <a16:creationId xmlns:a16="http://schemas.microsoft.com/office/drawing/2014/main" id="{4D2183DA-6999-4DF4-AE0B-EDCD204668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338097" y="6602664"/>
            <a:ext cx="5408632" cy="3931708"/>
          </a:xfrm>
        </p:spPr>
        <p:txBody>
          <a:bodyPr anchor="b">
            <a:normAutofit/>
          </a:bodyPr>
          <a:lstStyle>
            <a:lvl1pPr algn="r">
              <a:defRPr sz="9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00</a:t>
            </a:r>
          </a:p>
        </p:txBody>
      </p:sp>
    </p:spTree>
    <p:extLst>
      <p:ext uri="{BB962C8B-B14F-4D97-AF65-F5344CB8AC3E}">
        <p14:creationId xmlns:p14="http://schemas.microsoft.com/office/powerpoint/2010/main" val="24317020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sorio_B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89FF9E0-0F2A-4E7B-ADD7-33314E9E93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27645" y="2363855"/>
            <a:ext cx="15119085" cy="2165013"/>
          </a:xfrm>
        </p:spPr>
        <p:txBody>
          <a:bodyPr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 err="1"/>
              <a:t>Titolo</a:t>
            </a:r>
            <a:r>
              <a:rPr lang="en-US" noProof="0"/>
              <a:t> del </a:t>
            </a:r>
            <a:r>
              <a:rPr lang="en-US" noProof="0" err="1"/>
              <a:t>divisorio</a:t>
            </a:r>
            <a:endParaRPr lang="en-US" noProof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E134B4D-D1C6-403C-87F8-32776FD0E8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06/11/2024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27C40DD1-2473-433A-86AF-A19E5D1CA2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Advanced Measurements Project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F5E4E6DD-3673-45F3-B980-656947B06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135EEA2-8D42-4D46-95A6-66E65FDC5EB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6" name="Ovale 5">
            <a:extLst>
              <a:ext uri="{FF2B5EF4-FFF2-40B4-BE49-F238E27FC236}">
                <a16:creationId xmlns:a16="http://schemas.microsoft.com/office/drawing/2014/main" id="{419AA845-D4AF-40CE-B7F3-A1B95A20D2F3}"/>
              </a:ext>
            </a:extLst>
          </p:cNvPr>
          <p:cNvSpPr/>
          <p:nvPr userDrawn="1"/>
        </p:nvSpPr>
        <p:spPr>
          <a:xfrm>
            <a:off x="0" y="2363853"/>
            <a:ext cx="2247138" cy="2140450"/>
          </a:xfrm>
          <a:prstGeom prst="ellipse">
            <a:avLst/>
          </a:prstGeom>
          <a:noFill/>
          <a:ln w="9525">
            <a:solidFill>
              <a:schemeClr val="bg1">
                <a:alpha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BA29D2F2-5AC8-4927-AA1D-19630D333830}"/>
              </a:ext>
            </a:extLst>
          </p:cNvPr>
          <p:cNvCxnSpPr>
            <a:cxnSpLocks/>
          </p:cNvCxnSpPr>
          <p:nvPr userDrawn="1"/>
        </p:nvCxnSpPr>
        <p:spPr>
          <a:xfrm>
            <a:off x="1" y="2363853"/>
            <a:ext cx="21332825" cy="0"/>
          </a:xfrm>
          <a:prstGeom prst="line">
            <a:avLst/>
          </a:prstGeom>
          <a:ln w="9525">
            <a:solidFill>
              <a:schemeClr val="bg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diritto 7">
            <a:extLst>
              <a:ext uri="{FF2B5EF4-FFF2-40B4-BE49-F238E27FC236}">
                <a16:creationId xmlns:a16="http://schemas.microsoft.com/office/drawing/2014/main" id="{53C00AF5-6CFB-4B05-922E-59446B4D5F1D}"/>
              </a:ext>
            </a:extLst>
          </p:cNvPr>
          <p:cNvCxnSpPr>
            <a:cxnSpLocks/>
          </p:cNvCxnSpPr>
          <p:nvPr userDrawn="1"/>
        </p:nvCxnSpPr>
        <p:spPr>
          <a:xfrm>
            <a:off x="1" y="4528867"/>
            <a:ext cx="21332825" cy="0"/>
          </a:xfrm>
          <a:prstGeom prst="line">
            <a:avLst/>
          </a:prstGeom>
          <a:ln w="9525">
            <a:solidFill>
              <a:schemeClr val="bg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ttore diritto 11">
            <a:extLst>
              <a:ext uri="{FF2B5EF4-FFF2-40B4-BE49-F238E27FC236}">
                <a16:creationId xmlns:a16="http://schemas.microsoft.com/office/drawing/2014/main" id="{28D8426E-B0F3-4A04-99ED-0D9D1A7A694E}"/>
              </a:ext>
            </a:extLst>
          </p:cNvPr>
          <p:cNvCxnSpPr>
            <a:cxnSpLocks/>
          </p:cNvCxnSpPr>
          <p:nvPr userDrawn="1"/>
        </p:nvCxnSpPr>
        <p:spPr>
          <a:xfrm flipV="1">
            <a:off x="2247138" y="2"/>
            <a:ext cx="0" cy="11832403"/>
          </a:xfrm>
          <a:prstGeom prst="line">
            <a:avLst/>
          </a:prstGeom>
          <a:ln w="9525">
            <a:solidFill>
              <a:schemeClr val="bg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Segnaposto testo 16">
            <a:extLst>
              <a:ext uri="{FF2B5EF4-FFF2-40B4-BE49-F238E27FC236}">
                <a16:creationId xmlns:a16="http://schemas.microsoft.com/office/drawing/2014/main" id="{4D2183DA-6999-4DF4-AE0B-EDCD204668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630399" y="6602664"/>
            <a:ext cx="5116331" cy="3931708"/>
          </a:xfrm>
        </p:spPr>
        <p:txBody>
          <a:bodyPr anchor="b">
            <a:normAutofit/>
          </a:bodyPr>
          <a:lstStyle>
            <a:lvl1pPr algn="r">
              <a:defRPr sz="9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00</a:t>
            </a:r>
          </a:p>
        </p:txBody>
      </p:sp>
    </p:spTree>
    <p:extLst>
      <p:ext uri="{BB962C8B-B14F-4D97-AF65-F5344CB8AC3E}">
        <p14:creationId xmlns:p14="http://schemas.microsoft.com/office/powerpoint/2010/main" val="20835211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sorio_C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89FF9E0-0F2A-4E7B-ADD7-33314E9E93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27645" y="2363855"/>
            <a:ext cx="15119085" cy="2140447"/>
          </a:xfrm>
        </p:spPr>
        <p:txBody>
          <a:bodyPr anchor="ctr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noProof="0" err="1"/>
              <a:t>Titolo</a:t>
            </a:r>
            <a:r>
              <a:rPr lang="en-US" noProof="0"/>
              <a:t> del </a:t>
            </a:r>
            <a:r>
              <a:rPr lang="en-US" noProof="0" err="1"/>
              <a:t>divisorio</a:t>
            </a:r>
            <a:endParaRPr lang="en-US" noProof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E134B4D-D1C6-403C-87F8-32776FD0E8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noProof="0"/>
              <a:t>06/11/2024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27C40DD1-2473-433A-86AF-A19E5D1CA2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noProof="0"/>
              <a:t>Advanced Measurements Project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F5E4E6DD-3673-45F3-B980-656947B06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3135EEA2-8D42-4D46-95A6-66E65FDC5EB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6" name="Ovale 5">
            <a:extLst>
              <a:ext uri="{FF2B5EF4-FFF2-40B4-BE49-F238E27FC236}">
                <a16:creationId xmlns:a16="http://schemas.microsoft.com/office/drawing/2014/main" id="{419AA845-D4AF-40CE-B7F3-A1B95A20D2F3}"/>
              </a:ext>
            </a:extLst>
          </p:cNvPr>
          <p:cNvSpPr/>
          <p:nvPr userDrawn="1"/>
        </p:nvSpPr>
        <p:spPr>
          <a:xfrm>
            <a:off x="0" y="2363853"/>
            <a:ext cx="2247138" cy="2140450"/>
          </a:xfrm>
          <a:prstGeom prst="ellipse">
            <a:avLst/>
          </a:prstGeom>
          <a:noFill/>
          <a:ln w="9525">
            <a:solidFill>
              <a:schemeClr val="accent1">
                <a:alpha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BA29D2F2-5AC8-4927-AA1D-19630D333830}"/>
              </a:ext>
            </a:extLst>
          </p:cNvPr>
          <p:cNvCxnSpPr>
            <a:cxnSpLocks/>
          </p:cNvCxnSpPr>
          <p:nvPr userDrawn="1"/>
        </p:nvCxnSpPr>
        <p:spPr>
          <a:xfrm>
            <a:off x="1" y="2363853"/>
            <a:ext cx="21332825" cy="0"/>
          </a:xfrm>
          <a:prstGeom prst="line">
            <a:avLst/>
          </a:prstGeom>
          <a:ln w="9525">
            <a:solidFill>
              <a:schemeClr val="accent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diritto 7">
            <a:extLst>
              <a:ext uri="{FF2B5EF4-FFF2-40B4-BE49-F238E27FC236}">
                <a16:creationId xmlns:a16="http://schemas.microsoft.com/office/drawing/2014/main" id="{53C00AF5-6CFB-4B05-922E-59446B4D5F1D}"/>
              </a:ext>
            </a:extLst>
          </p:cNvPr>
          <p:cNvCxnSpPr>
            <a:cxnSpLocks/>
          </p:cNvCxnSpPr>
          <p:nvPr userDrawn="1"/>
        </p:nvCxnSpPr>
        <p:spPr>
          <a:xfrm>
            <a:off x="1" y="4528867"/>
            <a:ext cx="21332825" cy="0"/>
          </a:xfrm>
          <a:prstGeom prst="line">
            <a:avLst/>
          </a:prstGeom>
          <a:ln w="9525">
            <a:solidFill>
              <a:schemeClr val="accent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ttore diritto 11">
            <a:extLst>
              <a:ext uri="{FF2B5EF4-FFF2-40B4-BE49-F238E27FC236}">
                <a16:creationId xmlns:a16="http://schemas.microsoft.com/office/drawing/2014/main" id="{28D8426E-B0F3-4A04-99ED-0D9D1A7A694E}"/>
              </a:ext>
            </a:extLst>
          </p:cNvPr>
          <p:cNvCxnSpPr>
            <a:cxnSpLocks/>
          </p:cNvCxnSpPr>
          <p:nvPr userDrawn="1"/>
        </p:nvCxnSpPr>
        <p:spPr>
          <a:xfrm flipV="1">
            <a:off x="2247138" y="2"/>
            <a:ext cx="0" cy="11832403"/>
          </a:xfrm>
          <a:prstGeom prst="line">
            <a:avLst/>
          </a:prstGeom>
          <a:ln w="9525">
            <a:solidFill>
              <a:schemeClr val="accent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Segnaposto testo 16">
            <a:extLst>
              <a:ext uri="{FF2B5EF4-FFF2-40B4-BE49-F238E27FC236}">
                <a16:creationId xmlns:a16="http://schemas.microsoft.com/office/drawing/2014/main" id="{4D2183DA-6999-4DF4-AE0B-EDCD204668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4384273" y="6602664"/>
            <a:ext cx="6362456" cy="3931708"/>
          </a:xfrm>
        </p:spPr>
        <p:txBody>
          <a:bodyPr anchor="b">
            <a:normAutofit/>
          </a:bodyPr>
          <a:lstStyle>
            <a:lvl1pPr algn="r">
              <a:defRPr sz="96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noProof="0"/>
              <a:t>00</a:t>
            </a:r>
          </a:p>
        </p:txBody>
      </p:sp>
    </p:spTree>
    <p:extLst>
      <p:ext uri="{BB962C8B-B14F-4D97-AF65-F5344CB8AC3E}">
        <p14:creationId xmlns:p14="http://schemas.microsoft.com/office/powerpoint/2010/main" val="9365732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_finale_A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e 9">
            <a:extLst>
              <a:ext uri="{FF2B5EF4-FFF2-40B4-BE49-F238E27FC236}">
                <a16:creationId xmlns:a16="http://schemas.microsoft.com/office/drawing/2014/main" id="{29206C3E-8262-4BAC-A209-F4327335E1F0}"/>
              </a:ext>
            </a:extLst>
          </p:cNvPr>
          <p:cNvSpPr/>
          <p:nvPr userDrawn="1"/>
        </p:nvSpPr>
        <p:spPr>
          <a:xfrm rot="11483929">
            <a:off x="2263789" y="-8790816"/>
            <a:ext cx="19049887" cy="18146632"/>
          </a:xfrm>
          <a:prstGeom prst="ellipse">
            <a:avLst/>
          </a:prstGeom>
          <a:gradFill flip="none" rotWithShape="1">
            <a:gsLst>
              <a:gs pos="38000">
                <a:schemeClr val="tx1">
                  <a:lumMod val="0"/>
                  <a:lumOff val="100000"/>
                  <a:alpha val="0"/>
                </a:schemeClr>
              </a:gs>
              <a:gs pos="82000">
                <a:schemeClr val="accent3">
                  <a:alpha val="2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noProof="0">
              <a:latin typeface="Manrope" pitchFamily="2" charset="0"/>
            </a:endParaRP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189FF9E0-0F2A-4E7B-ADD7-33314E9E93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27645" y="7158462"/>
            <a:ext cx="15119085" cy="2165013"/>
          </a:xfrm>
        </p:spPr>
        <p:txBody>
          <a:bodyPr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 err="1"/>
              <a:t>Chiusura</a:t>
            </a:r>
            <a:r>
              <a:rPr lang="en-US" noProof="0"/>
              <a:t> / </a:t>
            </a:r>
            <a:r>
              <a:rPr lang="en-US" noProof="0" err="1"/>
              <a:t>Ringraziamenti</a:t>
            </a:r>
            <a:endParaRPr lang="en-US" noProof="0"/>
          </a:p>
        </p:txBody>
      </p:sp>
      <p:sp>
        <p:nvSpPr>
          <p:cNvPr id="6" name="Ovale 5">
            <a:extLst>
              <a:ext uri="{FF2B5EF4-FFF2-40B4-BE49-F238E27FC236}">
                <a16:creationId xmlns:a16="http://schemas.microsoft.com/office/drawing/2014/main" id="{419AA845-D4AF-40CE-B7F3-A1B95A20D2F3}"/>
              </a:ext>
            </a:extLst>
          </p:cNvPr>
          <p:cNvSpPr/>
          <p:nvPr userDrawn="1"/>
        </p:nvSpPr>
        <p:spPr>
          <a:xfrm>
            <a:off x="0" y="7158460"/>
            <a:ext cx="2247138" cy="2140450"/>
          </a:xfrm>
          <a:prstGeom prst="ellipse">
            <a:avLst/>
          </a:prstGeom>
          <a:noFill/>
          <a:ln w="9525">
            <a:solidFill>
              <a:schemeClr val="bg1">
                <a:alpha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BA29D2F2-5AC8-4927-AA1D-19630D333830}"/>
              </a:ext>
            </a:extLst>
          </p:cNvPr>
          <p:cNvCxnSpPr>
            <a:cxnSpLocks/>
          </p:cNvCxnSpPr>
          <p:nvPr userDrawn="1"/>
        </p:nvCxnSpPr>
        <p:spPr>
          <a:xfrm>
            <a:off x="1" y="7158460"/>
            <a:ext cx="21332825" cy="0"/>
          </a:xfrm>
          <a:prstGeom prst="line">
            <a:avLst/>
          </a:prstGeom>
          <a:ln w="9525">
            <a:solidFill>
              <a:schemeClr val="bg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diritto 7">
            <a:extLst>
              <a:ext uri="{FF2B5EF4-FFF2-40B4-BE49-F238E27FC236}">
                <a16:creationId xmlns:a16="http://schemas.microsoft.com/office/drawing/2014/main" id="{53C00AF5-6CFB-4B05-922E-59446B4D5F1D}"/>
              </a:ext>
            </a:extLst>
          </p:cNvPr>
          <p:cNvCxnSpPr>
            <a:cxnSpLocks/>
          </p:cNvCxnSpPr>
          <p:nvPr userDrawn="1"/>
        </p:nvCxnSpPr>
        <p:spPr>
          <a:xfrm>
            <a:off x="1" y="9323473"/>
            <a:ext cx="21332825" cy="0"/>
          </a:xfrm>
          <a:prstGeom prst="line">
            <a:avLst/>
          </a:prstGeom>
          <a:ln w="9525">
            <a:solidFill>
              <a:schemeClr val="bg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ttore diritto 11">
            <a:extLst>
              <a:ext uri="{FF2B5EF4-FFF2-40B4-BE49-F238E27FC236}">
                <a16:creationId xmlns:a16="http://schemas.microsoft.com/office/drawing/2014/main" id="{28D8426E-B0F3-4A04-99ED-0D9D1A7A694E}"/>
              </a:ext>
            </a:extLst>
          </p:cNvPr>
          <p:cNvCxnSpPr>
            <a:cxnSpLocks/>
          </p:cNvCxnSpPr>
          <p:nvPr userDrawn="1"/>
        </p:nvCxnSpPr>
        <p:spPr>
          <a:xfrm flipV="1">
            <a:off x="2247138" y="2"/>
            <a:ext cx="0" cy="11832403"/>
          </a:xfrm>
          <a:prstGeom prst="line">
            <a:avLst/>
          </a:prstGeom>
          <a:ln w="9525">
            <a:solidFill>
              <a:schemeClr val="bg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e 10">
            <a:extLst>
              <a:ext uri="{FF2B5EF4-FFF2-40B4-BE49-F238E27FC236}">
                <a16:creationId xmlns:a16="http://schemas.microsoft.com/office/drawing/2014/main" id="{E4786A85-B23B-420C-9463-CF262A126A21}"/>
              </a:ext>
            </a:extLst>
          </p:cNvPr>
          <p:cNvSpPr/>
          <p:nvPr userDrawn="1"/>
        </p:nvSpPr>
        <p:spPr>
          <a:xfrm rot="11483929">
            <a:off x="1141472" y="9242862"/>
            <a:ext cx="19049887" cy="18146632"/>
          </a:xfrm>
          <a:prstGeom prst="ellipse">
            <a:avLst/>
          </a:prstGeom>
          <a:gradFill flip="none" rotWithShape="1">
            <a:gsLst>
              <a:gs pos="38000">
                <a:schemeClr val="tx1">
                  <a:lumMod val="0"/>
                  <a:lumOff val="100000"/>
                  <a:alpha val="0"/>
                </a:schemeClr>
              </a:gs>
              <a:gs pos="82000">
                <a:schemeClr val="accent3">
                  <a:alpha val="2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noProof="0">
              <a:latin typeface="Manrope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97049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_finale_B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89FF9E0-0F2A-4E7B-ADD7-33314E9E93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27645" y="7158462"/>
            <a:ext cx="15119085" cy="2165013"/>
          </a:xfrm>
        </p:spPr>
        <p:txBody>
          <a:bodyPr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 err="1"/>
              <a:t>Chiusura</a:t>
            </a:r>
            <a:r>
              <a:rPr lang="en-US" noProof="0"/>
              <a:t> / </a:t>
            </a:r>
            <a:r>
              <a:rPr lang="en-US" noProof="0" err="1"/>
              <a:t>Ringraziamenti</a:t>
            </a:r>
            <a:endParaRPr lang="en-US" noProof="0"/>
          </a:p>
        </p:txBody>
      </p:sp>
      <p:sp>
        <p:nvSpPr>
          <p:cNvPr id="6" name="Ovale 5">
            <a:extLst>
              <a:ext uri="{FF2B5EF4-FFF2-40B4-BE49-F238E27FC236}">
                <a16:creationId xmlns:a16="http://schemas.microsoft.com/office/drawing/2014/main" id="{419AA845-D4AF-40CE-B7F3-A1B95A20D2F3}"/>
              </a:ext>
            </a:extLst>
          </p:cNvPr>
          <p:cNvSpPr/>
          <p:nvPr userDrawn="1"/>
        </p:nvSpPr>
        <p:spPr>
          <a:xfrm>
            <a:off x="0" y="7158460"/>
            <a:ext cx="2247138" cy="2140450"/>
          </a:xfrm>
          <a:prstGeom prst="ellipse">
            <a:avLst/>
          </a:prstGeom>
          <a:noFill/>
          <a:ln w="9525">
            <a:solidFill>
              <a:schemeClr val="bg1">
                <a:alpha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BA29D2F2-5AC8-4927-AA1D-19630D333830}"/>
              </a:ext>
            </a:extLst>
          </p:cNvPr>
          <p:cNvCxnSpPr>
            <a:cxnSpLocks/>
          </p:cNvCxnSpPr>
          <p:nvPr userDrawn="1"/>
        </p:nvCxnSpPr>
        <p:spPr>
          <a:xfrm>
            <a:off x="1" y="7158460"/>
            <a:ext cx="21332825" cy="0"/>
          </a:xfrm>
          <a:prstGeom prst="line">
            <a:avLst/>
          </a:prstGeom>
          <a:ln w="9525">
            <a:solidFill>
              <a:schemeClr val="bg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diritto 7">
            <a:extLst>
              <a:ext uri="{FF2B5EF4-FFF2-40B4-BE49-F238E27FC236}">
                <a16:creationId xmlns:a16="http://schemas.microsoft.com/office/drawing/2014/main" id="{53C00AF5-6CFB-4B05-922E-59446B4D5F1D}"/>
              </a:ext>
            </a:extLst>
          </p:cNvPr>
          <p:cNvCxnSpPr>
            <a:cxnSpLocks/>
          </p:cNvCxnSpPr>
          <p:nvPr userDrawn="1"/>
        </p:nvCxnSpPr>
        <p:spPr>
          <a:xfrm>
            <a:off x="1" y="9323473"/>
            <a:ext cx="21332825" cy="0"/>
          </a:xfrm>
          <a:prstGeom prst="line">
            <a:avLst/>
          </a:prstGeom>
          <a:ln w="9525">
            <a:solidFill>
              <a:schemeClr val="bg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ttore diritto 11">
            <a:extLst>
              <a:ext uri="{FF2B5EF4-FFF2-40B4-BE49-F238E27FC236}">
                <a16:creationId xmlns:a16="http://schemas.microsoft.com/office/drawing/2014/main" id="{28D8426E-B0F3-4A04-99ED-0D9D1A7A694E}"/>
              </a:ext>
            </a:extLst>
          </p:cNvPr>
          <p:cNvCxnSpPr>
            <a:cxnSpLocks/>
          </p:cNvCxnSpPr>
          <p:nvPr userDrawn="1"/>
        </p:nvCxnSpPr>
        <p:spPr>
          <a:xfrm flipV="1">
            <a:off x="2247138" y="2"/>
            <a:ext cx="0" cy="11832403"/>
          </a:xfrm>
          <a:prstGeom prst="line">
            <a:avLst/>
          </a:prstGeom>
          <a:ln w="9525">
            <a:solidFill>
              <a:schemeClr val="bg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81637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ina base_ testo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C3F10C0-5DFE-4F2B-84B3-498D1D283A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4361" y="491798"/>
            <a:ext cx="15117750" cy="1400138"/>
          </a:xfrm>
        </p:spPr>
        <p:txBody>
          <a:bodyPr/>
          <a:lstStyle/>
          <a:p>
            <a:endParaRPr lang="en-US" noProof="0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5A37DEFB-BB2F-4195-B6BA-04AAE853B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35EEA2-8D42-4D46-95A6-66E65FDC5EB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7" name="Segnaposto testo 6">
            <a:extLst>
              <a:ext uri="{FF2B5EF4-FFF2-40B4-BE49-F238E27FC236}">
                <a16:creationId xmlns:a16="http://schemas.microsoft.com/office/drawing/2014/main" id="{99AF24DE-B4DF-4CF0-A1D8-A9C3833DB7E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86098" y="3434292"/>
            <a:ext cx="15117750" cy="6962775"/>
          </a:xfrm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13" name="Rettangolo 128">
            <a:extLst>
              <a:ext uri="{FF2B5EF4-FFF2-40B4-BE49-F238E27FC236}">
                <a16:creationId xmlns:a16="http://schemas.microsoft.com/office/drawing/2014/main" id="{C9CF57D6-C38C-343B-6266-DD99D7CEB07C}"/>
              </a:ext>
            </a:extLst>
          </p:cNvPr>
          <p:cNvSpPr/>
          <p:nvPr userDrawn="1"/>
        </p:nvSpPr>
        <p:spPr>
          <a:xfrm>
            <a:off x="1" y="10919591"/>
            <a:ext cx="21332825" cy="512962"/>
          </a:xfrm>
          <a:prstGeom prst="rect">
            <a:avLst/>
          </a:prstGeom>
          <a:solidFill>
            <a:srgbClr val="102C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800"/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53C9F2B0-C0D9-65BA-B506-63CEA2F414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740636" y="11071068"/>
            <a:ext cx="3980012" cy="21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53163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ina base_ testo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C3F10C0-5DFE-4F2B-84B3-498D1D283A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100" y="1346791"/>
            <a:ext cx="20160631" cy="1400138"/>
          </a:xfrm>
        </p:spPr>
        <p:txBody>
          <a:bodyPr/>
          <a:lstStyle/>
          <a:p>
            <a:endParaRPr lang="en-US" noProof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5E31426-2C15-4249-84C9-7FF9F8F23C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06/11/2024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69023663-EBF6-4678-A4B6-3D84BCA80F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Advanced Measurements Project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5A37DEFB-BB2F-4195-B6BA-04AAE853B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35EEA2-8D42-4D46-95A6-66E65FDC5EB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7" name="Segnaposto testo 6">
            <a:extLst>
              <a:ext uri="{FF2B5EF4-FFF2-40B4-BE49-F238E27FC236}">
                <a16:creationId xmlns:a16="http://schemas.microsoft.com/office/drawing/2014/main" id="{99AF24DE-B4DF-4CF0-A1D8-A9C3833DB7E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86099" y="3434294"/>
            <a:ext cx="9326310" cy="7381875"/>
          </a:xfrm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10" name="Segnaposto testo 6">
            <a:extLst>
              <a:ext uri="{FF2B5EF4-FFF2-40B4-BE49-F238E27FC236}">
                <a16:creationId xmlns:a16="http://schemas.microsoft.com/office/drawing/2014/main" id="{A91EDD17-1F39-46F2-A6AE-0DA93D9DE76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1023360" y="3434294"/>
            <a:ext cx="9326310" cy="7381875"/>
          </a:xfrm>
        </p:spPr>
        <p:txBody>
          <a:bodyPr/>
          <a:lstStyle/>
          <a:p>
            <a:pPr lvl="0"/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4839797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ina base_ testo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C3F10C0-5DFE-4F2B-84B3-498D1D283A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100" y="1346791"/>
            <a:ext cx="20160631" cy="1400138"/>
          </a:xfrm>
        </p:spPr>
        <p:txBody>
          <a:bodyPr/>
          <a:lstStyle/>
          <a:p>
            <a:endParaRPr lang="en-US" noProof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5E31426-2C15-4249-84C9-7FF9F8F23C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06/11/2024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69023663-EBF6-4678-A4B6-3D84BCA80F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Advanced Measurements Project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5A37DEFB-BB2F-4195-B6BA-04AAE853B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35EEA2-8D42-4D46-95A6-66E65FDC5EB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7" name="Segnaposto testo 6">
            <a:extLst>
              <a:ext uri="{FF2B5EF4-FFF2-40B4-BE49-F238E27FC236}">
                <a16:creationId xmlns:a16="http://schemas.microsoft.com/office/drawing/2014/main" id="{99AF24DE-B4DF-4CF0-A1D8-A9C3833DB7E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627645" y="3434294"/>
            <a:ext cx="15119083" cy="7381875"/>
          </a:xfrm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8" name="Segnaposto testo 6">
            <a:extLst>
              <a:ext uri="{FF2B5EF4-FFF2-40B4-BE49-F238E27FC236}">
                <a16:creationId xmlns:a16="http://schemas.microsoft.com/office/drawing/2014/main" id="{E3A4E093-361F-4C37-B47B-B067A8415F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86100" y="3434294"/>
            <a:ext cx="4552241" cy="7381875"/>
          </a:xfrm>
        </p:spPr>
        <p:txBody>
          <a:bodyPr/>
          <a:lstStyle>
            <a:lvl1pPr marL="342900" indent="-342900">
              <a:buAutoNum type="arabicPeriod"/>
              <a:defRPr b="1"/>
            </a:lvl1pPr>
          </a:lstStyle>
          <a:p>
            <a:pPr lvl="0"/>
            <a:r>
              <a:rPr lang="en-US" noProof="0"/>
              <a:t>Lorem ipsum</a:t>
            </a:r>
          </a:p>
          <a:p>
            <a:pPr lvl="0"/>
            <a:r>
              <a:rPr lang="en-US" noProof="0"/>
              <a:t>Lorem ipsum</a:t>
            </a:r>
          </a:p>
          <a:p>
            <a:pPr lvl="0"/>
            <a:r>
              <a:rPr lang="en-US" noProof="0"/>
              <a:t>Lorem ipsum</a:t>
            </a:r>
          </a:p>
        </p:txBody>
      </p:sp>
    </p:spTree>
    <p:extLst>
      <p:ext uri="{BB962C8B-B14F-4D97-AF65-F5344CB8AC3E}">
        <p14:creationId xmlns:p14="http://schemas.microsoft.com/office/powerpoint/2010/main" val="11978150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ina base_Ogget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8F4CC49-BF64-4501-AD26-31299F38CC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100" y="1354421"/>
            <a:ext cx="20160631" cy="1400138"/>
          </a:xfrm>
          <a:prstGeom prst="rect">
            <a:avLst/>
          </a:prstGeom>
        </p:spPr>
        <p:txBody>
          <a:bodyPr/>
          <a:lstStyle/>
          <a:p>
            <a:endParaRPr lang="en-US" noProof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35458E8-0508-42CF-A7E2-ABE84A714D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6100" y="3434293"/>
            <a:ext cx="20160631" cy="6910917"/>
          </a:xfrm>
          <a:noFill/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96A4B48-3E59-4C49-8298-F9F8442DAB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06/11/2024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74028AC-2CCC-4D8D-959A-F6ABF1395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Advanced Measurements Project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B0D810A-BB19-46E5-95EF-8E0D57F0B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35EEA2-8D42-4D46-95A6-66E65FDC5EB1}" type="slidenum">
              <a:rPr lang="en-US" noProof="0" smtClean="0"/>
              <a:t>‹#›</a:t>
            </a:fld>
            <a:endParaRPr lang="en-US" noProof="0"/>
          </a:p>
        </p:txBody>
      </p:sp>
      <p:sp>
        <p:nvSpPr>
          <p:cNvPr id="7" name="Segnaposto testo 11">
            <a:extLst>
              <a:ext uri="{FF2B5EF4-FFF2-40B4-BE49-F238E27FC236}">
                <a16:creationId xmlns:a16="http://schemas.microsoft.com/office/drawing/2014/main" id="{6924BD38-C241-45AE-9D16-9EE806C4074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6097" y="10345211"/>
            <a:ext cx="20160632" cy="470958"/>
          </a:xfrm>
        </p:spPr>
        <p:txBody>
          <a:bodyPr anchor="b">
            <a:normAutofit/>
          </a:bodyPr>
          <a:lstStyle>
            <a:lvl1pPr>
              <a:defRPr sz="900"/>
            </a:lvl1pPr>
          </a:lstStyle>
          <a:p>
            <a:pPr lvl="0"/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98229569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ina colonna _ testo"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tangolo 5">
            <a:extLst>
              <a:ext uri="{FF2B5EF4-FFF2-40B4-BE49-F238E27FC236}">
                <a16:creationId xmlns:a16="http://schemas.microsoft.com/office/drawing/2014/main" id="{0933319C-8AC5-4764-9981-AEA331D30C57}"/>
              </a:ext>
            </a:extLst>
          </p:cNvPr>
          <p:cNvSpPr/>
          <p:nvPr userDrawn="1"/>
        </p:nvSpPr>
        <p:spPr>
          <a:xfrm>
            <a:off x="1" y="0"/>
            <a:ext cx="4997104" cy="1143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6847A823-6861-4ED7-916A-EB4BF5CE6D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6100" y="1346791"/>
            <a:ext cx="3785891" cy="140013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 err="1"/>
              <a:t>Inserire</a:t>
            </a:r>
            <a:r>
              <a:rPr lang="en-US" noProof="0"/>
              <a:t> </a:t>
            </a:r>
            <a:r>
              <a:rPr lang="en-US" noProof="0" err="1"/>
              <a:t>titolo</a:t>
            </a:r>
            <a:endParaRPr lang="en-US" noProof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C86D3BA3-83F0-4C02-8636-ACA6EA9DFF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06/11/2024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7CB1FEA7-7590-4AD0-A0B1-4809206902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Advanced Measurements Project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F95199BD-4F67-4AA1-A795-95C0BF541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35EEA2-8D42-4D46-95A6-66E65FDC5EB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8" name="Segnaposto testo 7">
            <a:extLst>
              <a:ext uri="{FF2B5EF4-FFF2-40B4-BE49-F238E27FC236}">
                <a16:creationId xmlns:a16="http://schemas.microsoft.com/office/drawing/2014/main" id="{67325048-9832-400A-BAC7-02B5977E3E3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86098" y="3434292"/>
            <a:ext cx="3786020" cy="6346105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endParaRPr lang="en-US" noProof="0"/>
          </a:p>
        </p:txBody>
      </p:sp>
      <p:sp>
        <p:nvSpPr>
          <p:cNvPr id="10" name="Segnaposto testo 9">
            <a:extLst>
              <a:ext uri="{FF2B5EF4-FFF2-40B4-BE49-F238E27FC236}">
                <a16:creationId xmlns:a16="http://schemas.microsoft.com/office/drawing/2014/main" id="{1C0D3E2E-2AFC-47C5-ADBC-3E40FCEC1C5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627645" y="3434293"/>
            <a:ext cx="15119085" cy="6346103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endParaRPr lang="en-US" noProof="0"/>
          </a:p>
        </p:txBody>
      </p:sp>
      <p:sp>
        <p:nvSpPr>
          <p:cNvPr id="18" name="Rettangolo 128">
            <a:extLst>
              <a:ext uri="{FF2B5EF4-FFF2-40B4-BE49-F238E27FC236}">
                <a16:creationId xmlns:a16="http://schemas.microsoft.com/office/drawing/2014/main" id="{8290BDBB-0510-E779-3408-447E87960FBA}"/>
              </a:ext>
            </a:extLst>
          </p:cNvPr>
          <p:cNvSpPr/>
          <p:nvPr userDrawn="1"/>
        </p:nvSpPr>
        <p:spPr>
          <a:xfrm>
            <a:off x="1" y="10919591"/>
            <a:ext cx="21332825" cy="512962"/>
          </a:xfrm>
          <a:prstGeom prst="rect">
            <a:avLst/>
          </a:prstGeom>
          <a:solidFill>
            <a:srgbClr val="102C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800"/>
          </a:p>
        </p:txBody>
      </p:sp>
      <p:pic>
        <p:nvPicPr>
          <p:cNvPr id="19" name="Graphic 18">
            <a:extLst>
              <a:ext uri="{FF2B5EF4-FFF2-40B4-BE49-F238E27FC236}">
                <a16:creationId xmlns:a16="http://schemas.microsoft.com/office/drawing/2014/main" id="{2E89F066-0946-2463-1466-6B6DA5C34E5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740636" y="11071068"/>
            <a:ext cx="3980012" cy="210000"/>
          </a:xfrm>
          <a:prstGeom prst="rect">
            <a:avLst/>
          </a:prstGeom>
        </p:spPr>
      </p:pic>
      <p:sp>
        <p:nvSpPr>
          <p:cNvPr id="7" name="CuadroTexto 5">
            <a:extLst>
              <a:ext uri="{FF2B5EF4-FFF2-40B4-BE49-F238E27FC236}">
                <a16:creationId xmlns:a16="http://schemas.microsoft.com/office/drawing/2014/main" id="{59CAFA36-AA27-8206-4549-C3A4BD15755E}"/>
              </a:ext>
            </a:extLst>
          </p:cNvPr>
          <p:cNvSpPr txBox="1"/>
          <p:nvPr userDrawn="1"/>
        </p:nvSpPr>
        <p:spPr>
          <a:xfrm>
            <a:off x="488161" y="10919591"/>
            <a:ext cx="151067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>
                <a:solidFill>
                  <a:schemeClr val="bg1"/>
                </a:solidFill>
                <a:latin typeface="Manrope SemiBold" pitchFamily="2" charset="0"/>
              </a:rPr>
              <a:t>Stefano Marchetti </a:t>
            </a:r>
            <a:r>
              <a:rPr lang="en-GB" sz="1400">
                <a:solidFill>
                  <a:schemeClr val="bg1"/>
                </a:solidFill>
                <a:latin typeface="Manrope Light" pitchFamily="2" charset="0"/>
              </a:rPr>
              <a:t>PhD Student</a:t>
            </a:r>
          </a:p>
        </p:txBody>
      </p:sp>
    </p:spTree>
    <p:extLst>
      <p:ext uri="{BB962C8B-B14F-4D97-AF65-F5344CB8AC3E}">
        <p14:creationId xmlns:p14="http://schemas.microsoft.com/office/powerpoint/2010/main" val="22754463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ina colonna _ oggetto"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tangolo 5">
            <a:extLst>
              <a:ext uri="{FF2B5EF4-FFF2-40B4-BE49-F238E27FC236}">
                <a16:creationId xmlns:a16="http://schemas.microsoft.com/office/drawing/2014/main" id="{0933319C-8AC5-4764-9981-AEA331D30C57}"/>
              </a:ext>
            </a:extLst>
          </p:cNvPr>
          <p:cNvSpPr/>
          <p:nvPr userDrawn="1"/>
        </p:nvSpPr>
        <p:spPr>
          <a:xfrm>
            <a:off x="1" y="0"/>
            <a:ext cx="4997104" cy="1143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6847A823-6861-4ED7-916A-EB4BF5CE6D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6100" y="1346791"/>
            <a:ext cx="3785891" cy="140013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 err="1"/>
              <a:t>Inserire</a:t>
            </a:r>
            <a:r>
              <a:rPr lang="en-US" noProof="0"/>
              <a:t> </a:t>
            </a:r>
            <a:r>
              <a:rPr lang="en-US" noProof="0" err="1"/>
              <a:t>titolo</a:t>
            </a:r>
            <a:endParaRPr lang="en-US" noProof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C86D3BA3-83F0-4C02-8636-ACA6EA9DFF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06/11/2024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7CB1FEA7-7590-4AD0-A0B1-4809206902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Advanced Measurements Project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F95199BD-4F67-4AA1-A795-95C0BF541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35EEA2-8D42-4D46-95A6-66E65FDC5EB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8" name="Segnaposto testo 7">
            <a:extLst>
              <a:ext uri="{FF2B5EF4-FFF2-40B4-BE49-F238E27FC236}">
                <a16:creationId xmlns:a16="http://schemas.microsoft.com/office/drawing/2014/main" id="{67325048-9832-400A-BAC7-02B5977E3E3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86098" y="3434294"/>
            <a:ext cx="3786020" cy="7381875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endParaRPr lang="en-US" noProof="0"/>
          </a:p>
        </p:txBody>
      </p:sp>
      <p:sp>
        <p:nvSpPr>
          <p:cNvPr id="9" name="Segnaposto contenuto 8">
            <a:extLst>
              <a:ext uri="{FF2B5EF4-FFF2-40B4-BE49-F238E27FC236}">
                <a16:creationId xmlns:a16="http://schemas.microsoft.com/office/drawing/2014/main" id="{9B8341C8-2CFC-44BF-90C6-72E69DB8889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627645" y="3434293"/>
            <a:ext cx="15119083" cy="6662208"/>
          </a:xfrm>
          <a:noFill/>
        </p:spPr>
        <p:txBody>
          <a:bodyPr>
            <a:normAutofit/>
          </a:bodyPr>
          <a:lstStyle>
            <a:lvl1pPr>
              <a:defRPr sz="16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endParaRPr lang="en-US" noProof="0"/>
          </a:p>
        </p:txBody>
      </p:sp>
      <p:sp>
        <p:nvSpPr>
          <p:cNvPr id="12" name="Segnaposto testo 11">
            <a:extLst>
              <a:ext uri="{FF2B5EF4-FFF2-40B4-BE49-F238E27FC236}">
                <a16:creationId xmlns:a16="http://schemas.microsoft.com/office/drawing/2014/main" id="{1B32F2C4-840A-465D-B8D3-9DE2BF3FC6A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627645" y="10345211"/>
            <a:ext cx="9155337" cy="470958"/>
          </a:xfrm>
        </p:spPr>
        <p:txBody>
          <a:bodyPr anchor="b">
            <a:normAutofit/>
          </a:bodyPr>
          <a:lstStyle>
            <a:lvl1pPr>
              <a:defRPr sz="900"/>
            </a:lvl1pPr>
          </a:lstStyle>
          <a:p>
            <a:pPr lvl="0"/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6328113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ina sfondo colore _ oggetto"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8F4CC49-BF64-4501-AD26-31299F38CC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100" y="1354421"/>
            <a:ext cx="20160631" cy="1400138"/>
          </a:xfrm>
          <a:prstGeom prst="rect">
            <a:avLst/>
          </a:prstGeom>
        </p:spPr>
        <p:txBody>
          <a:bodyPr/>
          <a:lstStyle/>
          <a:p>
            <a:endParaRPr lang="en-US" noProof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35458E8-0508-42CF-A7E2-ABE84A714D6B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86100" y="3434293"/>
            <a:ext cx="20160631" cy="6910917"/>
          </a:xfrm>
          <a:noFill/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0" err="1"/>
              <a:t>Inserire</a:t>
            </a:r>
            <a:r>
              <a:rPr lang="en-US" noProof="0"/>
              <a:t> testo / </a:t>
            </a:r>
            <a:r>
              <a:rPr lang="en-US" noProof="0" err="1"/>
              <a:t>oggetto</a:t>
            </a:r>
            <a:endParaRPr lang="en-US" noProof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96A4B48-3E59-4C49-8298-F9F8442DAB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06/11/2024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74028AC-2CCC-4D8D-959A-F6ABF1395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Advanced Measurements Project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B0D810A-BB19-46E5-95EF-8E0D57F0B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35EEA2-8D42-4D46-95A6-66E65FDC5EB1}" type="slidenum">
              <a:rPr lang="en-US" noProof="0" smtClean="0"/>
              <a:t>‹#›</a:t>
            </a:fld>
            <a:endParaRPr lang="en-US" noProof="0"/>
          </a:p>
        </p:txBody>
      </p:sp>
      <p:sp>
        <p:nvSpPr>
          <p:cNvPr id="7" name="Segnaposto testo 11">
            <a:extLst>
              <a:ext uri="{FF2B5EF4-FFF2-40B4-BE49-F238E27FC236}">
                <a16:creationId xmlns:a16="http://schemas.microsoft.com/office/drawing/2014/main" id="{8E2D0317-6708-4FD8-83CC-23BC5CFD3BE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6097" y="10345211"/>
            <a:ext cx="9155337" cy="470958"/>
          </a:xfrm>
        </p:spPr>
        <p:txBody>
          <a:bodyPr anchor="b">
            <a:normAutofit/>
          </a:bodyPr>
          <a:lstStyle>
            <a:lvl1pPr>
              <a:defRPr sz="900"/>
            </a:lvl1pPr>
          </a:lstStyle>
          <a:p>
            <a:pPr lvl="0"/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76026543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agina sfondo colore _ oggetto"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8F4CC49-BF64-4501-AD26-31299F38CC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100" y="1354421"/>
            <a:ext cx="20160631" cy="1400138"/>
          </a:xfrm>
          <a:prstGeom prst="rect">
            <a:avLst/>
          </a:prstGeom>
        </p:spPr>
        <p:txBody>
          <a:bodyPr/>
          <a:lstStyle/>
          <a:p>
            <a:endParaRPr lang="en-US" noProof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35458E8-0508-42CF-A7E2-ABE84A714D6B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86100" y="3434293"/>
            <a:ext cx="20160631" cy="6910917"/>
          </a:xfrm>
          <a:noFill/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0" err="1"/>
              <a:t>Inserire</a:t>
            </a:r>
            <a:r>
              <a:rPr lang="en-US" noProof="0"/>
              <a:t> testo / </a:t>
            </a:r>
            <a:r>
              <a:rPr lang="en-US" noProof="0" err="1"/>
              <a:t>oggetto</a:t>
            </a:r>
            <a:endParaRPr lang="en-US" noProof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96A4B48-3E59-4C49-8298-F9F8442DAB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06/11/2024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74028AC-2CCC-4D8D-959A-F6ABF1395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Advanced Measurements Project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B0D810A-BB19-46E5-95EF-8E0D57F0B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35EEA2-8D42-4D46-95A6-66E65FDC5EB1}" type="slidenum">
              <a:rPr lang="en-US" noProof="0" smtClean="0"/>
              <a:t>‹#›</a:t>
            </a:fld>
            <a:endParaRPr lang="en-US" noProof="0"/>
          </a:p>
        </p:txBody>
      </p:sp>
      <p:sp>
        <p:nvSpPr>
          <p:cNvPr id="19" name="Rettangolo 128">
            <a:extLst>
              <a:ext uri="{FF2B5EF4-FFF2-40B4-BE49-F238E27FC236}">
                <a16:creationId xmlns:a16="http://schemas.microsoft.com/office/drawing/2014/main" id="{4A53DB5B-5F46-634C-7765-6B7FA6A72A77}"/>
              </a:ext>
            </a:extLst>
          </p:cNvPr>
          <p:cNvSpPr/>
          <p:nvPr userDrawn="1"/>
        </p:nvSpPr>
        <p:spPr>
          <a:xfrm>
            <a:off x="1" y="10919591"/>
            <a:ext cx="21332825" cy="512962"/>
          </a:xfrm>
          <a:prstGeom prst="rect">
            <a:avLst/>
          </a:prstGeom>
          <a:solidFill>
            <a:srgbClr val="102C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800"/>
          </a:p>
        </p:txBody>
      </p:sp>
      <p:pic>
        <p:nvPicPr>
          <p:cNvPr id="20" name="Graphic 19">
            <a:extLst>
              <a:ext uri="{FF2B5EF4-FFF2-40B4-BE49-F238E27FC236}">
                <a16:creationId xmlns:a16="http://schemas.microsoft.com/office/drawing/2014/main" id="{5C796142-91CA-C618-9211-2D63F3306EC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740636" y="11071068"/>
            <a:ext cx="3980012" cy="210000"/>
          </a:xfrm>
          <a:prstGeom prst="rect">
            <a:avLst/>
          </a:prstGeom>
        </p:spPr>
      </p:pic>
      <p:sp>
        <p:nvSpPr>
          <p:cNvPr id="7" name="CuadroTexto 5">
            <a:extLst>
              <a:ext uri="{FF2B5EF4-FFF2-40B4-BE49-F238E27FC236}">
                <a16:creationId xmlns:a16="http://schemas.microsoft.com/office/drawing/2014/main" id="{DE51E99A-42B5-F15A-46AB-A77C06B73CFA}"/>
              </a:ext>
            </a:extLst>
          </p:cNvPr>
          <p:cNvSpPr txBox="1"/>
          <p:nvPr userDrawn="1"/>
        </p:nvSpPr>
        <p:spPr>
          <a:xfrm>
            <a:off x="488161" y="10919591"/>
            <a:ext cx="151067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>
                <a:solidFill>
                  <a:schemeClr val="bg1"/>
                </a:solidFill>
                <a:latin typeface="Manrope SemiBold" pitchFamily="2" charset="0"/>
              </a:rPr>
              <a:t>Stefano Marchetti </a:t>
            </a:r>
            <a:r>
              <a:rPr lang="en-GB" sz="1400">
                <a:solidFill>
                  <a:schemeClr val="bg1"/>
                </a:solidFill>
                <a:latin typeface="Manrope Light" pitchFamily="2" charset="0"/>
              </a:rPr>
              <a:t>PhD Student</a:t>
            </a:r>
          </a:p>
        </p:txBody>
      </p:sp>
    </p:spTree>
    <p:extLst>
      <p:ext uri="{BB962C8B-B14F-4D97-AF65-F5344CB8AC3E}">
        <p14:creationId xmlns:p14="http://schemas.microsoft.com/office/powerpoint/2010/main" val="408227665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ina immagine _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egnaposto immagine 7">
            <a:extLst>
              <a:ext uri="{FF2B5EF4-FFF2-40B4-BE49-F238E27FC236}">
                <a16:creationId xmlns:a16="http://schemas.microsoft.com/office/drawing/2014/main" id="{858C886A-46B2-4CBC-A989-B9F302647C1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0009063" y="0"/>
            <a:ext cx="11323762" cy="10816167"/>
          </a:xfrm>
          <a:noFill/>
        </p:spPr>
        <p:txBody>
          <a:bodyPr/>
          <a:lstStyle/>
          <a:p>
            <a:endParaRPr lang="en-US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88F4CC49-BF64-4501-AD26-31299F38CC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6100" y="1354421"/>
            <a:ext cx="8233046" cy="1400138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Fare </a:t>
            </a:r>
            <a:r>
              <a:rPr lang="en-US" noProof="0" err="1"/>
              <a:t>clic</a:t>
            </a:r>
            <a:r>
              <a:rPr lang="en-US" noProof="0"/>
              <a:t> per </a:t>
            </a:r>
            <a:r>
              <a:rPr lang="en-US" noProof="0" err="1"/>
              <a:t>modificare</a:t>
            </a:r>
            <a:r>
              <a:rPr lang="en-US" noProof="0"/>
              <a:t> lo stile del </a:t>
            </a:r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dello</a:t>
            </a:r>
            <a:r>
              <a:rPr lang="en-US" noProof="0"/>
              <a:t>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96A4B48-3E59-4C49-8298-F9F8442DAB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06/11/2024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74028AC-2CCC-4D8D-959A-F6ABF1395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Advanced Measurements Project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B0D810A-BB19-46E5-95EF-8E0D57F0B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35EEA2-8D42-4D46-95A6-66E65FDC5EB1}" type="slidenum">
              <a:rPr lang="en-US" noProof="0" smtClean="0"/>
              <a:t>‹#›</a:t>
            </a:fld>
            <a:endParaRPr lang="en-US" noProof="0"/>
          </a:p>
        </p:txBody>
      </p:sp>
      <p:sp>
        <p:nvSpPr>
          <p:cNvPr id="12" name="Segnaposto testo 11">
            <a:extLst>
              <a:ext uri="{FF2B5EF4-FFF2-40B4-BE49-F238E27FC236}">
                <a16:creationId xmlns:a16="http://schemas.microsoft.com/office/drawing/2014/main" id="{13E84B02-C61F-4F06-B7D2-53B38631086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6099" y="3434294"/>
            <a:ext cx="8233048" cy="7381875"/>
          </a:xfrm>
        </p:spPr>
        <p:txBody>
          <a:bodyPr/>
          <a:lstStyle/>
          <a:p>
            <a:pPr lvl="0"/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70869210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ina immagine _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ttangolo 8">
            <a:extLst>
              <a:ext uri="{FF2B5EF4-FFF2-40B4-BE49-F238E27FC236}">
                <a16:creationId xmlns:a16="http://schemas.microsoft.com/office/drawing/2014/main" id="{BF578AB8-DC96-4BF4-9F97-D7DA508CF3E9}"/>
              </a:ext>
            </a:extLst>
          </p:cNvPr>
          <p:cNvSpPr/>
          <p:nvPr userDrawn="1"/>
        </p:nvSpPr>
        <p:spPr>
          <a:xfrm>
            <a:off x="1" y="0"/>
            <a:ext cx="4997104" cy="114300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sp>
        <p:nvSpPr>
          <p:cNvPr id="8" name="Segnaposto immagine 7">
            <a:extLst>
              <a:ext uri="{FF2B5EF4-FFF2-40B4-BE49-F238E27FC236}">
                <a16:creationId xmlns:a16="http://schemas.microsoft.com/office/drawing/2014/main" id="{858C886A-46B2-4CBC-A989-B9F302647C1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550480" y="1354420"/>
            <a:ext cx="7620436" cy="9461747"/>
          </a:xfrm>
          <a:noFill/>
        </p:spPr>
        <p:txBody>
          <a:bodyPr/>
          <a:lstStyle/>
          <a:p>
            <a:endParaRPr lang="en-US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88F4CC49-BF64-4501-AD26-31299F38CC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10067" y="1354421"/>
            <a:ext cx="10536662" cy="1400138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Fare </a:t>
            </a:r>
            <a:r>
              <a:rPr lang="en-US" noProof="0" err="1"/>
              <a:t>clic</a:t>
            </a:r>
            <a:r>
              <a:rPr lang="en-US" noProof="0"/>
              <a:t> per </a:t>
            </a:r>
            <a:r>
              <a:rPr lang="en-US" noProof="0" err="1"/>
              <a:t>modificare</a:t>
            </a:r>
            <a:r>
              <a:rPr lang="en-US" noProof="0"/>
              <a:t> lo stile del </a:t>
            </a:r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dello</a:t>
            </a:r>
            <a:r>
              <a:rPr lang="en-US" noProof="0"/>
              <a:t>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96A4B48-3E59-4C49-8298-F9F8442DAB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06/11/2024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74028AC-2CCC-4D8D-959A-F6ABF1395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Advanced Measurements Project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B0D810A-BB19-46E5-95EF-8E0D57F0B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35EEA2-8D42-4D46-95A6-66E65FDC5EB1}" type="slidenum">
              <a:rPr lang="en-US" noProof="0" smtClean="0"/>
              <a:t>‹#›</a:t>
            </a:fld>
            <a:endParaRPr lang="en-US" noProof="0"/>
          </a:p>
        </p:txBody>
      </p:sp>
      <p:sp>
        <p:nvSpPr>
          <p:cNvPr id="10" name="Segnaposto testo 9">
            <a:extLst>
              <a:ext uri="{FF2B5EF4-FFF2-40B4-BE49-F238E27FC236}">
                <a16:creationId xmlns:a16="http://schemas.microsoft.com/office/drawing/2014/main" id="{4BEA68D2-13D7-4E83-8B67-3B7D4B3EBFD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10067" y="3434294"/>
            <a:ext cx="10536662" cy="7381875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noProof="0"/>
              <a:t>Fare </a:t>
            </a:r>
            <a:r>
              <a:rPr lang="en-US" noProof="0" err="1"/>
              <a:t>clic</a:t>
            </a:r>
            <a:r>
              <a:rPr lang="en-US" noProof="0"/>
              <a:t> per </a:t>
            </a:r>
            <a:r>
              <a:rPr lang="en-US" noProof="0" err="1"/>
              <a:t>modificare</a:t>
            </a:r>
            <a:r>
              <a:rPr lang="en-US" noProof="0"/>
              <a:t> </a:t>
            </a:r>
            <a:r>
              <a:rPr lang="en-US" noProof="0" err="1"/>
              <a:t>gli</a:t>
            </a:r>
            <a:r>
              <a:rPr lang="en-US" noProof="0"/>
              <a:t> </a:t>
            </a:r>
            <a:r>
              <a:rPr lang="en-US" noProof="0" err="1"/>
              <a:t>stili</a:t>
            </a:r>
            <a:r>
              <a:rPr lang="en-US" noProof="0"/>
              <a:t> del testo </a:t>
            </a:r>
            <a:r>
              <a:rPr lang="en-US" noProof="0" err="1"/>
              <a:t>dello</a:t>
            </a:r>
            <a:r>
              <a:rPr lang="en-US" noProof="0"/>
              <a:t> schema</a:t>
            </a:r>
          </a:p>
          <a:p>
            <a:pPr lvl="1"/>
            <a:r>
              <a:rPr lang="en-US" noProof="0"/>
              <a:t>Secondo </a:t>
            </a:r>
            <a:r>
              <a:rPr lang="en-US" noProof="0" err="1"/>
              <a:t>livello</a:t>
            </a:r>
            <a:endParaRPr lang="en-US" noProof="0"/>
          </a:p>
          <a:p>
            <a:pPr lvl="2"/>
            <a:r>
              <a:rPr lang="en-US" noProof="0" err="1"/>
              <a:t>Terzo</a:t>
            </a:r>
            <a:r>
              <a:rPr lang="en-US" noProof="0"/>
              <a:t> </a:t>
            </a:r>
            <a:r>
              <a:rPr lang="en-US" noProof="0" err="1"/>
              <a:t>livello</a:t>
            </a:r>
            <a:endParaRPr lang="en-US" noProof="0"/>
          </a:p>
          <a:p>
            <a:pPr lvl="3"/>
            <a:r>
              <a:rPr lang="en-US" noProof="0"/>
              <a:t>Quarto </a:t>
            </a:r>
            <a:r>
              <a:rPr lang="en-US" noProof="0" err="1"/>
              <a:t>livello</a:t>
            </a:r>
            <a:endParaRPr lang="en-US" noProof="0"/>
          </a:p>
          <a:p>
            <a:pPr lvl="4"/>
            <a:r>
              <a:rPr lang="en-US" noProof="0"/>
              <a:t>Quinto </a:t>
            </a:r>
            <a:r>
              <a:rPr lang="en-US" noProof="0" err="1"/>
              <a:t>livello</a:t>
            </a:r>
            <a:endParaRPr lang="en-US" noProof="0"/>
          </a:p>
        </p:txBody>
      </p:sp>
      <p:sp>
        <p:nvSpPr>
          <p:cNvPr id="3" name="Rettangolo 128">
            <a:extLst>
              <a:ext uri="{FF2B5EF4-FFF2-40B4-BE49-F238E27FC236}">
                <a16:creationId xmlns:a16="http://schemas.microsoft.com/office/drawing/2014/main" id="{82EE5D95-5763-97AA-8482-DC94A7DF2FF5}"/>
              </a:ext>
            </a:extLst>
          </p:cNvPr>
          <p:cNvSpPr/>
          <p:nvPr userDrawn="1"/>
        </p:nvSpPr>
        <p:spPr>
          <a:xfrm>
            <a:off x="1" y="10919591"/>
            <a:ext cx="21332825" cy="512962"/>
          </a:xfrm>
          <a:prstGeom prst="rect">
            <a:avLst/>
          </a:prstGeom>
          <a:solidFill>
            <a:srgbClr val="102C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80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8704360C-9027-58C7-4074-C50561207A0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740636" y="11071068"/>
            <a:ext cx="3980012" cy="210000"/>
          </a:xfrm>
          <a:prstGeom prst="rect">
            <a:avLst/>
          </a:prstGeom>
        </p:spPr>
      </p:pic>
      <p:sp>
        <p:nvSpPr>
          <p:cNvPr id="12" name="CuadroTexto 5">
            <a:extLst>
              <a:ext uri="{FF2B5EF4-FFF2-40B4-BE49-F238E27FC236}">
                <a16:creationId xmlns:a16="http://schemas.microsoft.com/office/drawing/2014/main" id="{AB0E9535-3B22-E1F4-5E95-771D324C6774}"/>
              </a:ext>
            </a:extLst>
          </p:cNvPr>
          <p:cNvSpPr txBox="1"/>
          <p:nvPr userDrawn="1"/>
        </p:nvSpPr>
        <p:spPr>
          <a:xfrm>
            <a:off x="488161" y="10919591"/>
            <a:ext cx="151067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>
                <a:solidFill>
                  <a:schemeClr val="bg1"/>
                </a:solidFill>
                <a:latin typeface="Manrope SemiBold" pitchFamily="2" charset="0"/>
              </a:rPr>
              <a:t>Stefano Marchetti </a:t>
            </a:r>
            <a:r>
              <a:rPr lang="en-GB" sz="1400">
                <a:solidFill>
                  <a:schemeClr val="bg1"/>
                </a:solidFill>
                <a:latin typeface="Manrope Light" pitchFamily="2" charset="0"/>
              </a:rPr>
              <a:t>PhD Student</a:t>
            </a:r>
          </a:p>
        </p:txBody>
      </p:sp>
    </p:spTree>
    <p:extLst>
      <p:ext uri="{BB962C8B-B14F-4D97-AF65-F5344CB8AC3E}">
        <p14:creationId xmlns:p14="http://schemas.microsoft.com/office/powerpoint/2010/main" val="344940835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ina didascalia _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8F4CC49-BF64-4501-AD26-31299F38CC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6098" y="1354421"/>
            <a:ext cx="10708406" cy="1400138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Fare </a:t>
            </a:r>
            <a:r>
              <a:rPr lang="en-US" noProof="0" err="1"/>
              <a:t>clic</a:t>
            </a:r>
            <a:r>
              <a:rPr lang="en-US" noProof="0"/>
              <a:t> per </a:t>
            </a:r>
            <a:r>
              <a:rPr lang="en-US" noProof="0" err="1"/>
              <a:t>modificare</a:t>
            </a:r>
            <a:r>
              <a:rPr lang="en-US" noProof="0"/>
              <a:t> lo stile del </a:t>
            </a:r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dello</a:t>
            </a:r>
            <a:r>
              <a:rPr lang="en-US" noProof="0"/>
              <a:t>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96A4B48-3E59-4C49-8298-F9F8442DAB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06/11/2024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74028AC-2CCC-4D8D-959A-F6ABF1395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Advanced Measurements Project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B0D810A-BB19-46E5-95EF-8E0D57F0B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35EEA2-8D42-4D46-95A6-66E65FDC5EB1}" type="slidenum">
              <a:rPr lang="en-US" noProof="0" smtClean="0"/>
              <a:t>‹#›</a:t>
            </a:fld>
            <a:endParaRPr lang="en-US" noProof="0"/>
          </a:p>
        </p:txBody>
      </p:sp>
      <p:sp>
        <p:nvSpPr>
          <p:cNvPr id="12" name="Segnaposto testo 11">
            <a:extLst>
              <a:ext uri="{FF2B5EF4-FFF2-40B4-BE49-F238E27FC236}">
                <a16:creationId xmlns:a16="http://schemas.microsoft.com/office/drawing/2014/main" id="{13E84B02-C61F-4F06-B7D2-53B38631086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86098" y="3434294"/>
            <a:ext cx="10708406" cy="7381875"/>
          </a:xfrm>
        </p:spPr>
        <p:txBody>
          <a:bodyPr/>
          <a:lstStyle/>
          <a:p>
            <a:pPr lvl="0"/>
            <a:r>
              <a:rPr lang="en-US" noProof="0"/>
              <a:t>Fare </a:t>
            </a:r>
            <a:r>
              <a:rPr lang="en-US" noProof="0" err="1"/>
              <a:t>clic</a:t>
            </a:r>
            <a:r>
              <a:rPr lang="en-US" noProof="0"/>
              <a:t> per </a:t>
            </a:r>
            <a:r>
              <a:rPr lang="en-US" noProof="0" err="1"/>
              <a:t>modificare</a:t>
            </a:r>
            <a:r>
              <a:rPr lang="en-US" noProof="0"/>
              <a:t> </a:t>
            </a:r>
            <a:r>
              <a:rPr lang="en-US" noProof="0" err="1"/>
              <a:t>gli</a:t>
            </a:r>
            <a:r>
              <a:rPr lang="en-US" noProof="0"/>
              <a:t> </a:t>
            </a:r>
            <a:r>
              <a:rPr lang="en-US" noProof="0" err="1"/>
              <a:t>stili</a:t>
            </a:r>
            <a:r>
              <a:rPr lang="en-US" noProof="0"/>
              <a:t> del testo </a:t>
            </a:r>
            <a:r>
              <a:rPr lang="en-US" noProof="0" err="1"/>
              <a:t>dello</a:t>
            </a:r>
            <a:r>
              <a:rPr lang="en-US" noProof="0"/>
              <a:t> schema</a:t>
            </a:r>
          </a:p>
          <a:p>
            <a:pPr lvl="1"/>
            <a:r>
              <a:rPr lang="en-US" noProof="0"/>
              <a:t>Secondo </a:t>
            </a:r>
            <a:r>
              <a:rPr lang="en-US" noProof="0" err="1"/>
              <a:t>livello</a:t>
            </a:r>
            <a:endParaRPr lang="en-US" noProof="0"/>
          </a:p>
          <a:p>
            <a:pPr lvl="2"/>
            <a:r>
              <a:rPr lang="en-US" noProof="0" err="1"/>
              <a:t>Terzo</a:t>
            </a:r>
            <a:r>
              <a:rPr lang="en-US" noProof="0"/>
              <a:t> </a:t>
            </a:r>
            <a:r>
              <a:rPr lang="en-US" noProof="0" err="1"/>
              <a:t>livello</a:t>
            </a:r>
            <a:endParaRPr lang="en-US" noProof="0"/>
          </a:p>
          <a:p>
            <a:pPr lvl="3"/>
            <a:r>
              <a:rPr lang="en-US" noProof="0"/>
              <a:t>Quarto </a:t>
            </a:r>
            <a:r>
              <a:rPr lang="en-US" noProof="0" err="1"/>
              <a:t>livello</a:t>
            </a:r>
            <a:endParaRPr lang="en-US" noProof="0"/>
          </a:p>
          <a:p>
            <a:pPr lvl="4"/>
            <a:r>
              <a:rPr lang="en-US" noProof="0"/>
              <a:t>Quinto </a:t>
            </a:r>
            <a:r>
              <a:rPr lang="en-US" noProof="0" err="1"/>
              <a:t>livello</a:t>
            </a:r>
            <a:endParaRPr lang="en-US" noProof="0"/>
          </a:p>
        </p:txBody>
      </p:sp>
      <p:sp>
        <p:nvSpPr>
          <p:cNvPr id="9" name="Segnaposto testo 11">
            <a:extLst>
              <a:ext uri="{FF2B5EF4-FFF2-40B4-BE49-F238E27FC236}">
                <a16:creationId xmlns:a16="http://schemas.microsoft.com/office/drawing/2014/main" id="{44C15745-FE91-4F85-912A-DE21BA99A8B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2827472" y="10345211"/>
            <a:ext cx="7919257" cy="470958"/>
          </a:xfrm>
        </p:spPr>
        <p:txBody>
          <a:bodyPr anchor="b">
            <a:normAutofit/>
          </a:bodyPr>
          <a:lstStyle>
            <a:lvl1pPr>
              <a:defRPr sz="900"/>
            </a:lvl1pPr>
          </a:lstStyle>
          <a:p>
            <a:pPr lvl="0"/>
            <a:endParaRPr lang="en-US" noProof="0"/>
          </a:p>
        </p:txBody>
      </p:sp>
      <p:sp>
        <p:nvSpPr>
          <p:cNvPr id="13" name="Segnaposto contenuto 10">
            <a:extLst>
              <a:ext uri="{FF2B5EF4-FFF2-40B4-BE49-F238E27FC236}">
                <a16:creationId xmlns:a16="http://schemas.microsoft.com/office/drawing/2014/main" id="{981C075B-AD13-4CF1-8E6F-EFDE96C167BD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2827474" y="1333503"/>
            <a:ext cx="7919257" cy="9011708"/>
          </a:xfrm>
          <a:noFill/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3" name="Rettangolo 128">
            <a:extLst>
              <a:ext uri="{FF2B5EF4-FFF2-40B4-BE49-F238E27FC236}">
                <a16:creationId xmlns:a16="http://schemas.microsoft.com/office/drawing/2014/main" id="{01973E8B-6047-A9EB-330A-8C016B8AF199}"/>
              </a:ext>
            </a:extLst>
          </p:cNvPr>
          <p:cNvSpPr/>
          <p:nvPr userDrawn="1"/>
        </p:nvSpPr>
        <p:spPr>
          <a:xfrm>
            <a:off x="1" y="10919591"/>
            <a:ext cx="21332825" cy="512962"/>
          </a:xfrm>
          <a:prstGeom prst="rect">
            <a:avLst/>
          </a:prstGeom>
          <a:solidFill>
            <a:srgbClr val="102C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80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F23424C8-989B-7D9C-560D-DB3639479C7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740636" y="11071068"/>
            <a:ext cx="3980012" cy="210000"/>
          </a:xfrm>
          <a:prstGeom prst="rect">
            <a:avLst/>
          </a:prstGeom>
        </p:spPr>
      </p:pic>
      <p:sp>
        <p:nvSpPr>
          <p:cNvPr id="10" name="CuadroTexto 5">
            <a:extLst>
              <a:ext uri="{FF2B5EF4-FFF2-40B4-BE49-F238E27FC236}">
                <a16:creationId xmlns:a16="http://schemas.microsoft.com/office/drawing/2014/main" id="{7D3CE99C-90FF-0C2F-5155-B63CC4595C7D}"/>
              </a:ext>
            </a:extLst>
          </p:cNvPr>
          <p:cNvSpPr txBox="1"/>
          <p:nvPr userDrawn="1"/>
        </p:nvSpPr>
        <p:spPr>
          <a:xfrm>
            <a:off x="488161" y="10919591"/>
            <a:ext cx="151067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>
                <a:solidFill>
                  <a:schemeClr val="bg1"/>
                </a:solidFill>
                <a:latin typeface="Manrope SemiBold" pitchFamily="2" charset="0"/>
              </a:rPr>
              <a:t>Stefano Marchetti </a:t>
            </a:r>
            <a:r>
              <a:rPr lang="en-GB" sz="1400">
                <a:solidFill>
                  <a:schemeClr val="bg1"/>
                </a:solidFill>
                <a:latin typeface="Manrope Light" pitchFamily="2" charset="0"/>
              </a:rPr>
              <a:t>PhD Student</a:t>
            </a:r>
          </a:p>
        </p:txBody>
      </p:sp>
    </p:spTree>
    <p:extLst>
      <p:ext uri="{BB962C8B-B14F-4D97-AF65-F5344CB8AC3E}">
        <p14:creationId xmlns:p14="http://schemas.microsoft.com/office/powerpoint/2010/main" val="266076689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ina didascalia _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8F4CC49-BF64-4501-AD26-31299F38CC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6096" y="1354421"/>
            <a:ext cx="10708406" cy="1400138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Fare </a:t>
            </a:r>
            <a:r>
              <a:rPr lang="en-US" noProof="0" err="1"/>
              <a:t>clic</a:t>
            </a:r>
            <a:r>
              <a:rPr lang="en-US" noProof="0"/>
              <a:t> per </a:t>
            </a:r>
            <a:r>
              <a:rPr lang="en-US" noProof="0" err="1"/>
              <a:t>modificare</a:t>
            </a:r>
            <a:r>
              <a:rPr lang="en-US" noProof="0"/>
              <a:t> lo stile del </a:t>
            </a:r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dello</a:t>
            </a:r>
            <a:r>
              <a:rPr lang="en-US" noProof="0"/>
              <a:t>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96A4B48-3E59-4C49-8298-F9F8442DAB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06/11/2024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74028AC-2CCC-4D8D-959A-F6ABF1395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Advanced Measurements Project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B0D810A-BB19-46E5-95EF-8E0D57F0B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35EEA2-8D42-4D46-95A6-66E65FDC5EB1}" type="slidenum">
              <a:rPr lang="en-US" noProof="0" smtClean="0"/>
              <a:t>‹#›</a:t>
            </a:fld>
            <a:endParaRPr lang="en-US" noProof="0"/>
          </a:p>
        </p:txBody>
      </p:sp>
      <p:sp>
        <p:nvSpPr>
          <p:cNvPr id="12" name="Segnaposto testo 11">
            <a:extLst>
              <a:ext uri="{FF2B5EF4-FFF2-40B4-BE49-F238E27FC236}">
                <a16:creationId xmlns:a16="http://schemas.microsoft.com/office/drawing/2014/main" id="{13E84B02-C61F-4F06-B7D2-53B38631086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86098" y="3434294"/>
            <a:ext cx="10708406" cy="7381875"/>
          </a:xfrm>
        </p:spPr>
        <p:txBody>
          <a:bodyPr/>
          <a:lstStyle/>
          <a:p>
            <a:pPr lvl="0"/>
            <a:r>
              <a:rPr lang="en-US" noProof="0"/>
              <a:t>Fare </a:t>
            </a:r>
            <a:r>
              <a:rPr lang="en-US" noProof="0" err="1"/>
              <a:t>clic</a:t>
            </a:r>
            <a:r>
              <a:rPr lang="en-US" noProof="0"/>
              <a:t> per </a:t>
            </a:r>
            <a:r>
              <a:rPr lang="en-US" noProof="0" err="1"/>
              <a:t>modificare</a:t>
            </a:r>
            <a:r>
              <a:rPr lang="en-US" noProof="0"/>
              <a:t> </a:t>
            </a:r>
            <a:r>
              <a:rPr lang="en-US" noProof="0" err="1"/>
              <a:t>gli</a:t>
            </a:r>
            <a:r>
              <a:rPr lang="en-US" noProof="0"/>
              <a:t> </a:t>
            </a:r>
            <a:r>
              <a:rPr lang="en-US" noProof="0" err="1"/>
              <a:t>stili</a:t>
            </a:r>
            <a:r>
              <a:rPr lang="en-US" noProof="0"/>
              <a:t> del testo </a:t>
            </a:r>
            <a:r>
              <a:rPr lang="en-US" noProof="0" err="1"/>
              <a:t>dello</a:t>
            </a:r>
            <a:r>
              <a:rPr lang="en-US" noProof="0"/>
              <a:t> schema</a:t>
            </a:r>
          </a:p>
          <a:p>
            <a:pPr lvl="1"/>
            <a:r>
              <a:rPr lang="en-US" noProof="0"/>
              <a:t>Secondo </a:t>
            </a:r>
            <a:r>
              <a:rPr lang="en-US" noProof="0" err="1"/>
              <a:t>livello</a:t>
            </a:r>
            <a:endParaRPr lang="en-US" noProof="0"/>
          </a:p>
          <a:p>
            <a:pPr lvl="2"/>
            <a:r>
              <a:rPr lang="en-US" noProof="0" err="1"/>
              <a:t>Terzo</a:t>
            </a:r>
            <a:r>
              <a:rPr lang="en-US" noProof="0"/>
              <a:t> </a:t>
            </a:r>
            <a:r>
              <a:rPr lang="en-US" noProof="0" err="1"/>
              <a:t>livello</a:t>
            </a:r>
            <a:endParaRPr lang="en-US" noProof="0"/>
          </a:p>
          <a:p>
            <a:pPr lvl="3"/>
            <a:r>
              <a:rPr lang="en-US" noProof="0"/>
              <a:t>Quarto </a:t>
            </a:r>
            <a:r>
              <a:rPr lang="en-US" noProof="0" err="1"/>
              <a:t>livello</a:t>
            </a:r>
            <a:endParaRPr lang="en-US" noProof="0"/>
          </a:p>
          <a:p>
            <a:pPr lvl="4"/>
            <a:r>
              <a:rPr lang="en-US" noProof="0"/>
              <a:t>Quinto </a:t>
            </a:r>
            <a:r>
              <a:rPr lang="en-US" noProof="0" err="1"/>
              <a:t>livello</a:t>
            </a:r>
            <a:endParaRPr lang="en-US" noProof="0"/>
          </a:p>
        </p:txBody>
      </p:sp>
      <p:sp>
        <p:nvSpPr>
          <p:cNvPr id="9" name="Segnaposto testo 11">
            <a:extLst>
              <a:ext uri="{FF2B5EF4-FFF2-40B4-BE49-F238E27FC236}">
                <a16:creationId xmlns:a16="http://schemas.microsoft.com/office/drawing/2014/main" id="{44C15745-FE91-4F85-912A-DE21BA99A8B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2827472" y="10345211"/>
            <a:ext cx="7919257" cy="470958"/>
          </a:xfrm>
        </p:spPr>
        <p:txBody>
          <a:bodyPr anchor="b">
            <a:normAutofit/>
          </a:bodyPr>
          <a:lstStyle>
            <a:lvl1pPr>
              <a:defRPr sz="900"/>
            </a:lvl1pPr>
          </a:lstStyle>
          <a:p>
            <a:pPr lvl="0"/>
            <a:endParaRPr lang="en-US" noProof="0"/>
          </a:p>
        </p:txBody>
      </p:sp>
      <p:sp>
        <p:nvSpPr>
          <p:cNvPr id="14" name="Segnaposto testo 11">
            <a:extLst>
              <a:ext uri="{FF2B5EF4-FFF2-40B4-BE49-F238E27FC236}">
                <a16:creationId xmlns:a16="http://schemas.microsoft.com/office/drawing/2014/main" id="{347D0FBD-1472-468C-84DA-540ADCCDF14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2827472" y="5230178"/>
            <a:ext cx="7919257" cy="470958"/>
          </a:xfrm>
        </p:spPr>
        <p:txBody>
          <a:bodyPr anchor="b">
            <a:normAutofit/>
          </a:bodyPr>
          <a:lstStyle>
            <a:lvl1pPr>
              <a:defRPr sz="900"/>
            </a:lvl1pPr>
          </a:lstStyle>
          <a:p>
            <a:pPr lvl="0"/>
            <a:endParaRPr lang="en-US" noProof="0"/>
          </a:p>
        </p:txBody>
      </p:sp>
      <p:sp>
        <p:nvSpPr>
          <p:cNvPr id="18" name="Segnaposto contenuto 10">
            <a:extLst>
              <a:ext uri="{FF2B5EF4-FFF2-40B4-BE49-F238E27FC236}">
                <a16:creationId xmlns:a16="http://schemas.microsoft.com/office/drawing/2014/main" id="{AE654BE7-A245-475E-B2C5-2D5C0EA5B87D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12827474" y="6446345"/>
            <a:ext cx="7919257" cy="3898863"/>
          </a:xfrm>
          <a:noFill/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19" name="Segnaposto contenuto 10">
            <a:extLst>
              <a:ext uri="{FF2B5EF4-FFF2-40B4-BE49-F238E27FC236}">
                <a16:creationId xmlns:a16="http://schemas.microsoft.com/office/drawing/2014/main" id="{C7FD40C7-9A42-4239-BA55-CFB8D43C528F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12827474" y="1332152"/>
            <a:ext cx="7919257" cy="3898863"/>
          </a:xfrm>
          <a:noFill/>
        </p:spPr>
        <p:txBody>
          <a:bodyPr/>
          <a:lstStyle/>
          <a:p>
            <a:pPr lvl="0"/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9333416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ina didascalia _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C3F10C0-5DFE-4F2B-84B3-498D1D283A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100" y="1346791"/>
            <a:ext cx="15117750" cy="1400138"/>
          </a:xfrm>
        </p:spPr>
        <p:txBody>
          <a:bodyPr/>
          <a:lstStyle/>
          <a:p>
            <a:endParaRPr lang="en-US" noProof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5E31426-2C15-4249-84C9-7FF9F8F23C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06/11/2024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69023663-EBF6-4678-A4B6-3D84BCA80F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Advanced Measurements Project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5A37DEFB-BB2F-4195-B6BA-04AAE853B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35EEA2-8D42-4D46-95A6-66E65FDC5EB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7" name="Segnaposto testo 6">
            <a:extLst>
              <a:ext uri="{FF2B5EF4-FFF2-40B4-BE49-F238E27FC236}">
                <a16:creationId xmlns:a16="http://schemas.microsoft.com/office/drawing/2014/main" id="{99AF24DE-B4DF-4CF0-A1D8-A9C3833DB7E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86098" y="3434294"/>
            <a:ext cx="15117750" cy="1269593"/>
          </a:xfrm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8" name="Segnaposto contenuto 2">
            <a:extLst>
              <a:ext uri="{FF2B5EF4-FFF2-40B4-BE49-F238E27FC236}">
                <a16:creationId xmlns:a16="http://schemas.microsoft.com/office/drawing/2014/main" id="{D48807E7-406F-46DA-A7FF-0C97525854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6099" y="5391253"/>
            <a:ext cx="9490586" cy="4953957"/>
          </a:xfrm>
          <a:noFill/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9" name="Segnaposto testo 11">
            <a:extLst>
              <a:ext uri="{FF2B5EF4-FFF2-40B4-BE49-F238E27FC236}">
                <a16:creationId xmlns:a16="http://schemas.microsoft.com/office/drawing/2014/main" id="{833CAB92-1558-4E15-91D9-6F44CDF88BF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6097" y="10345211"/>
            <a:ext cx="9490586" cy="470958"/>
          </a:xfrm>
        </p:spPr>
        <p:txBody>
          <a:bodyPr anchor="b">
            <a:normAutofit/>
          </a:bodyPr>
          <a:lstStyle>
            <a:lvl1pPr>
              <a:defRPr sz="900"/>
            </a:lvl1pPr>
          </a:lstStyle>
          <a:p>
            <a:pPr lvl="0"/>
            <a:endParaRPr lang="en-US" noProof="0"/>
          </a:p>
        </p:txBody>
      </p:sp>
      <p:sp>
        <p:nvSpPr>
          <p:cNvPr id="10" name="Segnaposto contenuto 2">
            <a:extLst>
              <a:ext uri="{FF2B5EF4-FFF2-40B4-BE49-F238E27FC236}">
                <a16:creationId xmlns:a16="http://schemas.microsoft.com/office/drawing/2014/main" id="{B0E56354-394B-4187-9F9C-3EC0AFE56EFB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11308919" y="5391253"/>
            <a:ext cx="9490586" cy="4953957"/>
          </a:xfrm>
          <a:noFill/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11" name="Segnaposto testo 11">
            <a:extLst>
              <a:ext uri="{FF2B5EF4-FFF2-40B4-BE49-F238E27FC236}">
                <a16:creationId xmlns:a16="http://schemas.microsoft.com/office/drawing/2014/main" id="{FA2B0198-8A91-4620-9797-8C5B2DBFE18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308918" y="10345211"/>
            <a:ext cx="9490586" cy="470958"/>
          </a:xfrm>
        </p:spPr>
        <p:txBody>
          <a:bodyPr anchor="b">
            <a:normAutofit/>
          </a:bodyPr>
          <a:lstStyle>
            <a:lvl1pPr>
              <a:defRPr sz="900"/>
            </a:lvl1pPr>
          </a:lstStyle>
          <a:p>
            <a:pPr lvl="0"/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01342127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ina grafica _ 2 colon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Connettore diritto 10">
            <a:extLst>
              <a:ext uri="{FF2B5EF4-FFF2-40B4-BE49-F238E27FC236}">
                <a16:creationId xmlns:a16="http://schemas.microsoft.com/office/drawing/2014/main" id="{BAA8E8E9-CF16-408F-8D84-BC8F1DE0AE37}"/>
              </a:ext>
            </a:extLst>
          </p:cNvPr>
          <p:cNvCxnSpPr>
            <a:cxnSpLocks/>
          </p:cNvCxnSpPr>
          <p:nvPr userDrawn="1"/>
        </p:nvCxnSpPr>
        <p:spPr>
          <a:xfrm>
            <a:off x="10666413" y="0"/>
            <a:ext cx="0" cy="11430000"/>
          </a:xfrm>
          <a:prstGeom prst="line">
            <a:avLst/>
          </a:prstGeom>
          <a:ln w="6350">
            <a:solidFill>
              <a:schemeClr val="accent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Ovale 12">
            <a:extLst>
              <a:ext uri="{FF2B5EF4-FFF2-40B4-BE49-F238E27FC236}">
                <a16:creationId xmlns:a16="http://schemas.microsoft.com/office/drawing/2014/main" id="{769E06E2-5F0D-4920-A3E9-64AE757EB613}"/>
              </a:ext>
            </a:extLst>
          </p:cNvPr>
          <p:cNvSpPr/>
          <p:nvPr userDrawn="1"/>
        </p:nvSpPr>
        <p:spPr>
          <a:xfrm>
            <a:off x="551917" y="1181881"/>
            <a:ext cx="10114497" cy="9634288"/>
          </a:xfrm>
          <a:prstGeom prst="ellipse">
            <a:avLst/>
          </a:prstGeom>
          <a:noFill/>
          <a:ln w="6350">
            <a:solidFill>
              <a:schemeClr val="accent1">
                <a:alpha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sp>
        <p:nvSpPr>
          <p:cNvPr id="14" name="Ovale 13">
            <a:extLst>
              <a:ext uri="{FF2B5EF4-FFF2-40B4-BE49-F238E27FC236}">
                <a16:creationId xmlns:a16="http://schemas.microsoft.com/office/drawing/2014/main" id="{2313FBE5-F1C4-4411-B0A7-486C895AF990}"/>
              </a:ext>
            </a:extLst>
          </p:cNvPr>
          <p:cNvSpPr/>
          <p:nvPr userDrawn="1"/>
        </p:nvSpPr>
        <p:spPr>
          <a:xfrm>
            <a:off x="10666415" y="1181881"/>
            <a:ext cx="10114497" cy="9634288"/>
          </a:xfrm>
          <a:prstGeom prst="ellipse">
            <a:avLst/>
          </a:prstGeom>
          <a:noFill/>
          <a:ln w="6350">
            <a:solidFill>
              <a:schemeClr val="accent1">
                <a:alpha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FC3F10C0-5DFE-4F2B-84B3-498D1D283A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noProof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5E31426-2C15-4249-84C9-7FF9F8F23C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06/11/2024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69023663-EBF6-4678-A4B6-3D84BCA80F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Advanced Measurements Project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5A37DEFB-BB2F-4195-B6BA-04AAE853B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35EEA2-8D42-4D46-95A6-66E65FDC5EB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7" name="Segnaposto testo 6">
            <a:extLst>
              <a:ext uri="{FF2B5EF4-FFF2-40B4-BE49-F238E27FC236}">
                <a16:creationId xmlns:a16="http://schemas.microsoft.com/office/drawing/2014/main" id="{99AF24DE-B4DF-4CF0-A1D8-A9C3833DB7E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633271" y="4811732"/>
            <a:ext cx="5950112" cy="3510337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endParaRPr lang="en-US" noProof="0"/>
          </a:p>
        </p:txBody>
      </p:sp>
      <p:sp>
        <p:nvSpPr>
          <p:cNvPr id="12" name="Segnaposto testo 6">
            <a:extLst>
              <a:ext uri="{FF2B5EF4-FFF2-40B4-BE49-F238E27FC236}">
                <a16:creationId xmlns:a16="http://schemas.microsoft.com/office/drawing/2014/main" id="{58D49EF2-5E35-412C-A5DD-2A6A604FC3A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2737740" y="4811732"/>
            <a:ext cx="5950112" cy="3510337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endParaRPr lang="en-US" noProof="0"/>
          </a:p>
        </p:txBody>
      </p:sp>
      <p:sp>
        <p:nvSpPr>
          <p:cNvPr id="10" name="Segnaposto testo 9">
            <a:extLst>
              <a:ext uri="{FF2B5EF4-FFF2-40B4-BE49-F238E27FC236}">
                <a16:creationId xmlns:a16="http://schemas.microsoft.com/office/drawing/2014/main" id="{2E32AEAB-53EF-4B9D-AE36-D26FBF01B47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33272" y="3733274"/>
            <a:ext cx="5949858" cy="735542"/>
          </a:xfrm>
        </p:spPr>
        <p:txBody>
          <a:bodyPr anchor="b">
            <a:normAutofit/>
          </a:bodyPr>
          <a:lstStyle>
            <a:lvl1pPr>
              <a:defRPr sz="1600" b="1">
                <a:latin typeface="+mj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/>
              <a:t>TITOLO</a:t>
            </a:r>
          </a:p>
        </p:txBody>
      </p:sp>
      <p:sp>
        <p:nvSpPr>
          <p:cNvPr id="16" name="Segnaposto testo 9">
            <a:extLst>
              <a:ext uri="{FF2B5EF4-FFF2-40B4-BE49-F238E27FC236}">
                <a16:creationId xmlns:a16="http://schemas.microsoft.com/office/drawing/2014/main" id="{8BDCC8A1-442C-4890-928F-754837D401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2737741" y="3733274"/>
            <a:ext cx="5949858" cy="735542"/>
          </a:xfrm>
        </p:spPr>
        <p:txBody>
          <a:bodyPr anchor="b">
            <a:normAutofit/>
          </a:bodyPr>
          <a:lstStyle>
            <a:lvl1pPr>
              <a:defRPr sz="1600" b="1">
                <a:latin typeface="+mj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/>
              <a:t>TITOLO</a:t>
            </a:r>
          </a:p>
        </p:txBody>
      </p:sp>
    </p:spTree>
    <p:extLst>
      <p:ext uri="{BB962C8B-B14F-4D97-AF65-F5344CB8AC3E}">
        <p14:creationId xmlns:p14="http://schemas.microsoft.com/office/powerpoint/2010/main" val="125708784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ina grafica _ 3 colon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C3F10C0-5DFE-4F2B-84B3-498D1D283A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noProof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5E31426-2C15-4249-84C9-7FF9F8F23C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06/11/2024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69023663-EBF6-4678-A4B6-3D84BCA80F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Advanced Measurements Project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5A37DEFB-BB2F-4195-B6BA-04AAE853B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35EEA2-8D42-4D46-95A6-66E65FDC5EB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7" name="Segnaposto testo 6">
            <a:extLst>
              <a:ext uri="{FF2B5EF4-FFF2-40B4-BE49-F238E27FC236}">
                <a16:creationId xmlns:a16="http://schemas.microsoft.com/office/drawing/2014/main" id="{99AF24DE-B4DF-4CF0-A1D8-A9C3833DB7E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94937" y="4811732"/>
            <a:ext cx="5425778" cy="6004437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endParaRPr lang="en-US" noProof="0"/>
          </a:p>
        </p:txBody>
      </p:sp>
      <p:sp>
        <p:nvSpPr>
          <p:cNvPr id="10" name="Segnaposto testo 9">
            <a:extLst>
              <a:ext uri="{FF2B5EF4-FFF2-40B4-BE49-F238E27FC236}">
                <a16:creationId xmlns:a16="http://schemas.microsoft.com/office/drawing/2014/main" id="{2E32AEAB-53EF-4B9D-AE36-D26FBF01B47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94977" y="3733274"/>
            <a:ext cx="5425778" cy="735542"/>
          </a:xfrm>
        </p:spPr>
        <p:txBody>
          <a:bodyPr anchor="b">
            <a:normAutofit/>
          </a:bodyPr>
          <a:lstStyle>
            <a:lvl1pPr>
              <a:defRPr sz="1600" b="1">
                <a:latin typeface="+mj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/>
              <a:t>TITOLO</a:t>
            </a:r>
          </a:p>
        </p:txBody>
      </p:sp>
      <p:cxnSp>
        <p:nvCxnSpPr>
          <p:cNvPr id="15" name="Connettore diritto 14">
            <a:extLst>
              <a:ext uri="{FF2B5EF4-FFF2-40B4-BE49-F238E27FC236}">
                <a16:creationId xmlns:a16="http://schemas.microsoft.com/office/drawing/2014/main" id="{066F22CF-5ACC-4388-97EC-12C4EE01108C}"/>
              </a:ext>
            </a:extLst>
          </p:cNvPr>
          <p:cNvCxnSpPr>
            <a:cxnSpLocks/>
          </p:cNvCxnSpPr>
          <p:nvPr userDrawn="1"/>
        </p:nvCxnSpPr>
        <p:spPr>
          <a:xfrm>
            <a:off x="7308197" y="0"/>
            <a:ext cx="0" cy="11430000"/>
          </a:xfrm>
          <a:prstGeom prst="line">
            <a:avLst/>
          </a:prstGeom>
          <a:ln w="6350">
            <a:solidFill>
              <a:schemeClr val="accent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Ovale 12">
            <a:extLst>
              <a:ext uri="{FF2B5EF4-FFF2-40B4-BE49-F238E27FC236}">
                <a16:creationId xmlns:a16="http://schemas.microsoft.com/office/drawing/2014/main" id="{769E06E2-5F0D-4920-A3E9-64AE757EB613}"/>
              </a:ext>
            </a:extLst>
          </p:cNvPr>
          <p:cNvSpPr/>
          <p:nvPr userDrawn="1"/>
        </p:nvSpPr>
        <p:spPr>
          <a:xfrm>
            <a:off x="551913" y="4395531"/>
            <a:ext cx="6730519" cy="6410972"/>
          </a:xfrm>
          <a:prstGeom prst="ellipse">
            <a:avLst/>
          </a:prstGeom>
          <a:noFill/>
          <a:ln w="6350">
            <a:solidFill>
              <a:schemeClr val="accent1">
                <a:alpha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sp>
        <p:nvSpPr>
          <p:cNvPr id="27" name="Ovale 26">
            <a:extLst>
              <a:ext uri="{FF2B5EF4-FFF2-40B4-BE49-F238E27FC236}">
                <a16:creationId xmlns:a16="http://schemas.microsoft.com/office/drawing/2014/main" id="{D84D0C32-E3D9-4D1A-A1D4-7F677E11FBAC}"/>
              </a:ext>
            </a:extLst>
          </p:cNvPr>
          <p:cNvSpPr/>
          <p:nvPr userDrawn="1"/>
        </p:nvSpPr>
        <p:spPr>
          <a:xfrm>
            <a:off x="14028514" y="4395531"/>
            <a:ext cx="6730519" cy="6410972"/>
          </a:xfrm>
          <a:prstGeom prst="ellipse">
            <a:avLst/>
          </a:prstGeom>
          <a:noFill/>
          <a:ln w="6350">
            <a:solidFill>
              <a:schemeClr val="accent1">
                <a:alpha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sp>
        <p:nvSpPr>
          <p:cNvPr id="28" name="Ovale 27">
            <a:extLst>
              <a:ext uri="{FF2B5EF4-FFF2-40B4-BE49-F238E27FC236}">
                <a16:creationId xmlns:a16="http://schemas.microsoft.com/office/drawing/2014/main" id="{20D1A14F-932F-4BEF-AF0D-4A0850EA5900}"/>
              </a:ext>
            </a:extLst>
          </p:cNvPr>
          <p:cNvSpPr/>
          <p:nvPr userDrawn="1"/>
        </p:nvSpPr>
        <p:spPr>
          <a:xfrm>
            <a:off x="7305597" y="4395531"/>
            <a:ext cx="6730519" cy="6410972"/>
          </a:xfrm>
          <a:prstGeom prst="ellipse">
            <a:avLst/>
          </a:prstGeom>
          <a:noFill/>
          <a:ln w="6350">
            <a:solidFill>
              <a:schemeClr val="accent1">
                <a:alpha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noProof="0"/>
          </a:p>
        </p:txBody>
      </p:sp>
      <p:cxnSp>
        <p:nvCxnSpPr>
          <p:cNvPr id="29" name="Connettore diritto 28">
            <a:extLst>
              <a:ext uri="{FF2B5EF4-FFF2-40B4-BE49-F238E27FC236}">
                <a16:creationId xmlns:a16="http://schemas.microsoft.com/office/drawing/2014/main" id="{175274AF-A160-4234-871A-D8C5B0DF011E}"/>
              </a:ext>
            </a:extLst>
          </p:cNvPr>
          <p:cNvCxnSpPr>
            <a:cxnSpLocks/>
          </p:cNvCxnSpPr>
          <p:nvPr userDrawn="1"/>
        </p:nvCxnSpPr>
        <p:spPr>
          <a:xfrm>
            <a:off x="14046498" y="0"/>
            <a:ext cx="0" cy="11430000"/>
          </a:xfrm>
          <a:prstGeom prst="line">
            <a:avLst/>
          </a:prstGeom>
          <a:ln w="6350">
            <a:solidFill>
              <a:schemeClr val="accent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Segnaposto testo 6">
            <a:extLst>
              <a:ext uri="{FF2B5EF4-FFF2-40B4-BE49-F238E27FC236}">
                <a16:creationId xmlns:a16="http://schemas.microsoft.com/office/drawing/2014/main" id="{0C5DB749-C07B-4557-8B31-C5C44DDA999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964001" y="4811732"/>
            <a:ext cx="5425778" cy="6004437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endParaRPr lang="en-US" noProof="0"/>
          </a:p>
        </p:txBody>
      </p:sp>
      <p:sp>
        <p:nvSpPr>
          <p:cNvPr id="31" name="Segnaposto testo 9">
            <a:extLst>
              <a:ext uri="{FF2B5EF4-FFF2-40B4-BE49-F238E27FC236}">
                <a16:creationId xmlns:a16="http://schemas.microsoft.com/office/drawing/2014/main" id="{642D4EEC-FAC4-4C46-BB9F-3BA54588E41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964041" y="3733274"/>
            <a:ext cx="5425778" cy="735542"/>
          </a:xfrm>
        </p:spPr>
        <p:txBody>
          <a:bodyPr anchor="b">
            <a:normAutofit/>
          </a:bodyPr>
          <a:lstStyle>
            <a:lvl1pPr>
              <a:defRPr sz="1600" b="1">
                <a:latin typeface="+mj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/>
              <a:t>TITOLO</a:t>
            </a:r>
          </a:p>
        </p:txBody>
      </p:sp>
      <p:sp>
        <p:nvSpPr>
          <p:cNvPr id="32" name="Segnaposto testo 6">
            <a:extLst>
              <a:ext uri="{FF2B5EF4-FFF2-40B4-BE49-F238E27FC236}">
                <a16:creationId xmlns:a16="http://schemas.microsoft.com/office/drawing/2014/main" id="{8310C023-87FF-43B4-9428-3E2652BDB8FC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4656149" y="4811732"/>
            <a:ext cx="5425778" cy="6004437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endParaRPr lang="en-US" noProof="0"/>
          </a:p>
        </p:txBody>
      </p:sp>
      <p:sp>
        <p:nvSpPr>
          <p:cNvPr id="33" name="Segnaposto testo 9">
            <a:extLst>
              <a:ext uri="{FF2B5EF4-FFF2-40B4-BE49-F238E27FC236}">
                <a16:creationId xmlns:a16="http://schemas.microsoft.com/office/drawing/2014/main" id="{0FB8C8B8-D4F7-4669-8F3B-F456A7ECFC9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4656190" y="3733274"/>
            <a:ext cx="5425778" cy="735542"/>
          </a:xfrm>
        </p:spPr>
        <p:txBody>
          <a:bodyPr anchor="b">
            <a:normAutofit/>
          </a:bodyPr>
          <a:lstStyle>
            <a:lvl1pPr>
              <a:defRPr sz="1600" b="1">
                <a:latin typeface="+mj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/>
              <a:t>TITOLO</a:t>
            </a:r>
          </a:p>
        </p:txBody>
      </p:sp>
    </p:spTree>
    <p:extLst>
      <p:ext uri="{BB962C8B-B14F-4D97-AF65-F5344CB8AC3E}">
        <p14:creationId xmlns:p14="http://schemas.microsoft.com/office/powerpoint/2010/main" val="194512278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ina grafica _ 4 colon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C3F10C0-5DFE-4F2B-84B3-498D1D283A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noProof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5E31426-2C15-4249-84C9-7FF9F8F23C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06/11/2024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69023663-EBF6-4678-A4B6-3D84BCA80F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Advanced Measurements Project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5A37DEFB-BB2F-4195-B6BA-04AAE853B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35EEA2-8D42-4D46-95A6-66E65FDC5EB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7" name="Segnaposto testo 6">
            <a:extLst>
              <a:ext uri="{FF2B5EF4-FFF2-40B4-BE49-F238E27FC236}">
                <a16:creationId xmlns:a16="http://schemas.microsoft.com/office/drawing/2014/main" id="{99AF24DE-B4DF-4CF0-A1D8-A9C3833DB7E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94939" y="4811732"/>
            <a:ext cx="4380685" cy="6004437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endParaRPr lang="en-US" noProof="0"/>
          </a:p>
        </p:txBody>
      </p:sp>
      <p:sp>
        <p:nvSpPr>
          <p:cNvPr id="10" name="Segnaposto testo 9">
            <a:extLst>
              <a:ext uri="{FF2B5EF4-FFF2-40B4-BE49-F238E27FC236}">
                <a16:creationId xmlns:a16="http://schemas.microsoft.com/office/drawing/2014/main" id="{2E32AEAB-53EF-4B9D-AE36-D26FBF01B47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94977" y="3733274"/>
            <a:ext cx="4380498" cy="735542"/>
          </a:xfrm>
        </p:spPr>
        <p:txBody>
          <a:bodyPr anchor="b">
            <a:normAutofit/>
          </a:bodyPr>
          <a:lstStyle>
            <a:lvl1pPr>
              <a:defRPr sz="1400" b="1">
                <a:latin typeface="+mj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/>
              <a:t>TITOLO</a:t>
            </a:r>
          </a:p>
        </p:txBody>
      </p:sp>
      <p:cxnSp>
        <p:nvCxnSpPr>
          <p:cNvPr id="11" name="Connettore diritto 10">
            <a:extLst>
              <a:ext uri="{FF2B5EF4-FFF2-40B4-BE49-F238E27FC236}">
                <a16:creationId xmlns:a16="http://schemas.microsoft.com/office/drawing/2014/main" id="{BAA8E8E9-CF16-408F-8D84-BC8F1DE0AE37}"/>
              </a:ext>
            </a:extLst>
          </p:cNvPr>
          <p:cNvCxnSpPr>
            <a:cxnSpLocks/>
          </p:cNvCxnSpPr>
          <p:nvPr userDrawn="1"/>
        </p:nvCxnSpPr>
        <p:spPr>
          <a:xfrm>
            <a:off x="10666413" y="-40914"/>
            <a:ext cx="0" cy="11470915"/>
          </a:xfrm>
          <a:prstGeom prst="line">
            <a:avLst/>
          </a:prstGeom>
          <a:ln w="6350">
            <a:solidFill>
              <a:schemeClr val="accent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Ovale 12">
            <a:extLst>
              <a:ext uri="{FF2B5EF4-FFF2-40B4-BE49-F238E27FC236}">
                <a16:creationId xmlns:a16="http://schemas.microsoft.com/office/drawing/2014/main" id="{769E06E2-5F0D-4920-A3E9-64AE757EB613}"/>
              </a:ext>
            </a:extLst>
          </p:cNvPr>
          <p:cNvSpPr/>
          <p:nvPr userDrawn="1"/>
        </p:nvSpPr>
        <p:spPr>
          <a:xfrm>
            <a:off x="594058" y="5907176"/>
            <a:ext cx="5020449" cy="4908995"/>
          </a:xfrm>
          <a:prstGeom prst="ellipse">
            <a:avLst/>
          </a:prstGeom>
          <a:noFill/>
          <a:ln w="6350">
            <a:solidFill>
              <a:schemeClr val="accent1">
                <a:alpha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noProof="0"/>
          </a:p>
        </p:txBody>
      </p:sp>
      <p:cxnSp>
        <p:nvCxnSpPr>
          <p:cNvPr id="15" name="Connettore diritto 14">
            <a:extLst>
              <a:ext uri="{FF2B5EF4-FFF2-40B4-BE49-F238E27FC236}">
                <a16:creationId xmlns:a16="http://schemas.microsoft.com/office/drawing/2014/main" id="{066F22CF-5ACC-4388-97EC-12C4EE01108C}"/>
              </a:ext>
            </a:extLst>
          </p:cNvPr>
          <p:cNvCxnSpPr>
            <a:cxnSpLocks/>
          </p:cNvCxnSpPr>
          <p:nvPr userDrawn="1"/>
        </p:nvCxnSpPr>
        <p:spPr>
          <a:xfrm>
            <a:off x="5627644" y="-40914"/>
            <a:ext cx="0" cy="11470915"/>
          </a:xfrm>
          <a:prstGeom prst="line">
            <a:avLst/>
          </a:prstGeom>
          <a:ln w="6350">
            <a:solidFill>
              <a:schemeClr val="accent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ttore diritto 19">
            <a:extLst>
              <a:ext uri="{FF2B5EF4-FFF2-40B4-BE49-F238E27FC236}">
                <a16:creationId xmlns:a16="http://schemas.microsoft.com/office/drawing/2014/main" id="{9EF945E3-FEE2-40A3-82CD-7811BFD88746}"/>
              </a:ext>
            </a:extLst>
          </p:cNvPr>
          <p:cNvCxnSpPr>
            <a:cxnSpLocks/>
          </p:cNvCxnSpPr>
          <p:nvPr userDrawn="1"/>
        </p:nvCxnSpPr>
        <p:spPr>
          <a:xfrm>
            <a:off x="15694819" y="-40914"/>
            <a:ext cx="0" cy="11470915"/>
          </a:xfrm>
          <a:prstGeom prst="line">
            <a:avLst/>
          </a:prstGeom>
          <a:ln w="6350">
            <a:solidFill>
              <a:schemeClr val="accent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Segnaposto testo 6">
            <a:extLst>
              <a:ext uri="{FF2B5EF4-FFF2-40B4-BE49-F238E27FC236}">
                <a16:creationId xmlns:a16="http://schemas.microsoft.com/office/drawing/2014/main" id="{4DA14660-E3DE-4786-8628-2BDB623B542F}"/>
              </a:ext>
            </a:extLst>
          </p:cNvPr>
          <p:cNvSpPr>
            <a:spLocks noGrp="1"/>
          </p:cNvSpPr>
          <p:nvPr userDrawn="1">
            <p:ph type="body" sz="quarter" idx="16"/>
          </p:nvPr>
        </p:nvSpPr>
        <p:spPr>
          <a:xfrm>
            <a:off x="5974594" y="4811732"/>
            <a:ext cx="4380685" cy="6004437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endParaRPr lang="en-US" noProof="0"/>
          </a:p>
        </p:txBody>
      </p:sp>
      <p:sp>
        <p:nvSpPr>
          <p:cNvPr id="22" name="Segnaposto testo 9">
            <a:extLst>
              <a:ext uri="{FF2B5EF4-FFF2-40B4-BE49-F238E27FC236}">
                <a16:creationId xmlns:a16="http://schemas.microsoft.com/office/drawing/2014/main" id="{38062A0A-3D00-4F2E-A78C-520C7A8814B0}"/>
              </a:ext>
            </a:extLst>
          </p:cNvPr>
          <p:cNvSpPr>
            <a:spLocks noGrp="1"/>
          </p:cNvSpPr>
          <p:nvPr userDrawn="1">
            <p:ph type="body" sz="quarter" idx="17" hasCustomPrompt="1"/>
          </p:nvPr>
        </p:nvSpPr>
        <p:spPr>
          <a:xfrm>
            <a:off x="5974633" y="3733274"/>
            <a:ext cx="4380498" cy="735542"/>
          </a:xfrm>
        </p:spPr>
        <p:txBody>
          <a:bodyPr anchor="b">
            <a:normAutofit/>
          </a:bodyPr>
          <a:lstStyle>
            <a:lvl1pPr>
              <a:defRPr sz="1400" b="1">
                <a:latin typeface="+mj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/>
              <a:t>TITOLO</a:t>
            </a:r>
          </a:p>
        </p:txBody>
      </p:sp>
      <p:sp>
        <p:nvSpPr>
          <p:cNvPr id="23" name="Segnaposto testo 6">
            <a:extLst>
              <a:ext uri="{FF2B5EF4-FFF2-40B4-BE49-F238E27FC236}">
                <a16:creationId xmlns:a16="http://schemas.microsoft.com/office/drawing/2014/main" id="{3FA3924C-C133-43D4-9617-6E7333D996FB}"/>
              </a:ext>
            </a:extLst>
          </p:cNvPr>
          <p:cNvSpPr>
            <a:spLocks noGrp="1"/>
          </p:cNvSpPr>
          <p:nvPr userDrawn="1">
            <p:ph type="body" sz="quarter" idx="18"/>
          </p:nvPr>
        </p:nvSpPr>
        <p:spPr>
          <a:xfrm>
            <a:off x="10936275" y="4811732"/>
            <a:ext cx="4380685" cy="6004437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endParaRPr lang="en-US" noProof="0"/>
          </a:p>
        </p:txBody>
      </p:sp>
      <p:sp>
        <p:nvSpPr>
          <p:cNvPr id="24" name="Segnaposto testo 9">
            <a:extLst>
              <a:ext uri="{FF2B5EF4-FFF2-40B4-BE49-F238E27FC236}">
                <a16:creationId xmlns:a16="http://schemas.microsoft.com/office/drawing/2014/main" id="{4F293ED1-7D64-49B8-81A0-5F5FB11E3592}"/>
              </a:ext>
            </a:extLst>
          </p:cNvPr>
          <p:cNvSpPr>
            <a:spLocks noGrp="1"/>
          </p:cNvSpPr>
          <p:nvPr userDrawn="1">
            <p:ph type="body" sz="quarter" idx="19" hasCustomPrompt="1"/>
          </p:nvPr>
        </p:nvSpPr>
        <p:spPr>
          <a:xfrm>
            <a:off x="10936313" y="3733274"/>
            <a:ext cx="4380498" cy="735542"/>
          </a:xfrm>
        </p:spPr>
        <p:txBody>
          <a:bodyPr anchor="b">
            <a:normAutofit/>
          </a:bodyPr>
          <a:lstStyle>
            <a:lvl1pPr>
              <a:defRPr sz="1400" b="1">
                <a:latin typeface="+mj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/>
              <a:t>TITOLO</a:t>
            </a:r>
          </a:p>
        </p:txBody>
      </p:sp>
      <p:sp>
        <p:nvSpPr>
          <p:cNvPr id="25" name="Segnaposto testo 6">
            <a:extLst>
              <a:ext uri="{FF2B5EF4-FFF2-40B4-BE49-F238E27FC236}">
                <a16:creationId xmlns:a16="http://schemas.microsoft.com/office/drawing/2014/main" id="{34980872-E501-48A5-8B13-B7016BEEE029}"/>
              </a:ext>
            </a:extLst>
          </p:cNvPr>
          <p:cNvSpPr>
            <a:spLocks noGrp="1"/>
          </p:cNvSpPr>
          <p:nvPr userDrawn="1">
            <p:ph type="body" sz="quarter" idx="20"/>
          </p:nvPr>
        </p:nvSpPr>
        <p:spPr>
          <a:xfrm>
            <a:off x="16023795" y="4811732"/>
            <a:ext cx="4380685" cy="6004437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endParaRPr lang="en-US" noProof="0"/>
          </a:p>
        </p:txBody>
      </p:sp>
      <p:sp>
        <p:nvSpPr>
          <p:cNvPr id="26" name="Segnaposto testo 9">
            <a:extLst>
              <a:ext uri="{FF2B5EF4-FFF2-40B4-BE49-F238E27FC236}">
                <a16:creationId xmlns:a16="http://schemas.microsoft.com/office/drawing/2014/main" id="{7359F283-E0AA-4871-A428-A58C8F3F0AAC}"/>
              </a:ext>
            </a:extLst>
          </p:cNvPr>
          <p:cNvSpPr>
            <a:spLocks noGrp="1"/>
          </p:cNvSpPr>
          <p:nvPr userDrawn="1">
            <p:ph type="body" sz="quarter" idx="21" hasCustomPrompt="1"/>
          </p:nvPr>
        </p:nvSpPr>
        <p:spPr>
          <a:xfrm>
            <a:off x="16023833" y="3733274"/>
            <a:ext cx="4380498" cy="735542"/>
          </a:xfrm>
        </p:spPr>
        <p:txBody>
          <a:bodyPr anchor="b">
            <a:normAutofit/>
          </a:bodyPr>
          <a:lstStyle>
            <a:lvl1pPr>
              <a:defRPr sz="1400" b="1">
                <a:latin typeface="+mj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/>
              <a:t>TITOLO</a:t>
            </a:r>
          </a:p>
        </p:txBody>
      </p:sp>
      <p:sp>
        <p:nvSpPr>
          <p:cNvPr id="27" name="Ovale 26">
            <a:extLst>
              <a:ext uri="{FF2B5EF4-FFF2-40B4-BE49-F238E27FC236}">
                <a16:creationId xmlns:a16="http://schemas.microsoft.com/office/drawing/2014/main" id="{101D1BE9-9067-430D-A318-4BC1405F006A}"/>
              </a:ext>
            </a:extLst>
          </p:cNvPr>
          <p:cNvSpPr/>
          <p:nvPr userDrawn="1"/>
        </p:nvSpPr>
        <p:spPr>
          <a:xfrm>
            <a:off x="5640091" y="5907176"/>
            <a:ext cx="5020449" cy="4908995"/>
          </a:xfrm>
          <a:prstGeom prst="ellipse">
            <a:avLst/>
          </a:prstGeom>
          <a:noFill/>
          <a:ln w="6350">
            <a:solidFill>
              <a:schemeClr val="accent1">
                <a:alpha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noProof="0"/>
          </a:p>
        </p:txBody>
      </p:sp>
      <p:sp>
        <p:nvSpPr>
          <p:cNvPr id="28" name="Ovale 27">
            <a:extLst>
              <a:ext uri="{FF2B5EF4-FFF2-40B4-BE49-F238E27FC236}">
                <a16:creationId xmlns:a16="http://schemas.microsoft.com/office/drawing/2014/main" id="{F88114C5-1930-4807-8B76-4565A5FFB9B5}"/>
              </a:ext>
            </a:extLst>
          </p:cNvPr>
          <p:cNvSpPr/>
          <p:nvPr userDrawn="1"/>
        </p:nvSpPr>
        <p:spPr>
          <a:xfrm>
            <a:off x="10655356" y="5907176"/>
            <a:ext cx="5020449" cy="4908995"/>
          </a:xfrm>
          <a:prstGeom prst="ellipse">
            <a:avLst/>
          </a:prstGeom>
          <a:noFill/>
          <a:ln w="6350">
            <a:solidFill>
              <a:schemeClr val="accent1">
                <a:alpha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noProof="0"/>
          </a:p>
        </p:txBody>
      </p:sp>
      <p:sp>
        <p:nvSpPr>
          <p:cNvPr id="29" name="Ovale 28">
            <a:extLst>
              <a:ext uri="{FF2B5EF4-FFF2-40B4-BE49-F238E27FC236}">
                <a16:creationId xmlns:a16="http://schemas.microsoft.com/office/drawing/2014/main" id="{E2D6333A-9B81-4325-A926-22F5E403D75F}"/>
              </a:ext>
            </a:extLst>
          </p:cNvPr>
          <p:cNvSpPr/>
          <p:nvPr userDrawn="1"/>
        </p:nvSpPr>
        <p:spPr>
          <a:xfrm>
            <a:off x="15686004" y="5907176"/>
            <a:ext cx="5020449" cy="4908995"/>
          </a:xfrm>
          <a:prstGeom prst="ellipse">
            <a:avLst/>
          </a:prstGeom>
          <a:noFill/>
          <a:ln w="6350">
            <a:solidFill>
              <a:schemeClr val="accent1">
                <a:alpha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noProof="0"/>
          </a:p>
        </p:txBody>
      </p:sp>
      <p:sp>
        <p:nvSpPr>
          <p:cNvPr id="6" name="Rettangolo 128">
            <a:extLst>
              <a:ext uri="{FF2B5EF4-FFF2-40B4-BE49-F238E27FC236}">
                <a16:creationId xmlns:a16="http://schemas.microsoft.com/office/drawing/2014/main" id="{539BC2B6-6A3B-A406-177D-42B54756F798}"/>
              </a:ext>
            </a:extLst>
          </p:cNvPr>
          <p:cNvSpPr/>
          <p:nvPr userDrawn="1"/>
        </p:nvSpPr>
        <p:spPr>
          <a:xfrm>
            <a:off x="1" y="10919591"/>
            <a:ext cx="21332825" cy="512962"/>
          </a:xfrm>
          <a:prstGeom prst="rect">
            <a:avLst/>
          </a:prstGeom>
          <a:solidFill>
            <a:srgbClr val="102C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80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77051E85-AD1E-BE2C-80D4-585F3D82E26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740636" y="11071068"/>
            <a:ext cx="3980012" cy="210000"/>
          </a:xfrm>
          <a:prstGeom prst="rect">
            <a:avLst/>
          </a:prstGeom>
        </p:spPr>
      </p:pic>
      <p:sp>
        <p:nvSpPr>
          <p:cNvPr id="9" name="CuadroTexto 5">
            <a:extLst>
              <a:ext uri="{FF2B5EF4-FFF2-40B4-BE49-F238E27FC236}">
                <a16:creationId xmlns:a16="http://schemas.microsoft.com/office/drawing/2014/main" id="{6EF5F196-0D86-BB17-83EB-C06F1359F002}"/>
              </a:ext>
            </a:extLst>
          </p:cNvPr>
          <p:cNvSpPr txBox="1"/>
          <p:nvPr userDrawn="1"/>
        </p:nvSpPr>
        <p:spPr>
          <a:xfrm>
            <a:off x="488161" y="10919591"/>
            <a:ext cx="151067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>
                <a:solidFill>
                  <a:schemeClr val="bg1"/>
                </a:solidFill>
                <a:latin typeface="Manrope SemiBold" pitchFamily="2" charset="0"/>
              </a:rPr>
              <a:t>Stefano Marchetti </a:t>
            </a:r>
            <a:r>
              <a:rPr lang="en-GB" sz="1400">
                <a:solidFill>
                  <a:schemeClr val="bg1"/>
                </a:solidFill>
                <a:latin typeface="Manrope Light" pitchFamily="2" charset="0"/>
              </a:rPr>
              <a:t>PhD Student</a:t>
            </a:r>
          </a:p>
        </p:txBody>
      </p:sp>
    </p:spTree>
    <p:extLst>
      <p:ext uri="{BB962C8B-B14F-4D97-AF65-F5344CB8AC3E}">
        <p14:creationId xmlns:p14="http://schemas.microsoft.com/office/powerpoint/2010/main" val="270899959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ina Evidenza _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C3F10C0-5DFE-4F2B-84B3-498D1D283A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6100" y="2208944"/>
            <a:ext cx="20160631" cy="7037798"/>
          </a:xfrm>
        </p:spPr>
        <p:txBody>
          <a:bodyPr anchor="ctr"/>
          <a:lstStyle>
            <a:lvl1pPr>
              <a:defRPr sz="4000" b="0"/>
            </a:lvl1pPr>
          </a:lstStyle>
          <a:p>
            <a:r>
              <a:rPr lang="en-US" noProof="0" err="1"/>
              <a:t>Inserire</a:t>
            </a:r>
            <a:r>
              <a:rPr lang="en-US" noProof="0"/>
              <a:t> testo in </a:t>
            </a:r>
            <a:r>
              <a:rPr lang="en-US" noProof="0" err="1"/>
              <a:t>evidenza</a:t>
            </a:r>
            <a:endParaRPr lang="en-US" noProof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5E31426-2C15-4249-84C9-7FF9F8F23C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06/11/2024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69023663-EBF6-4678-A4B6-3D84BCA80F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Advanced Measurements Project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5A37DEFB-BB2F-4195-B6BA-04AAE853B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35EEA2-8D42-4D46-95A6-66E65FDC5EB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9" name="Ovale 8">
            <a:extLst>
              <a:ext uri="{FF2B5EF4-FFF2-40B4-BE49-F238E27FC236}">
                <a16:creationId xmlns:a16="http://schemas.microsoft.com/office/drawing/2014/main" id="{6FCB4558-5B0B-4E68-99C0-73044CD4F7EE}"/>
              </a:ext>
            </a:extLst>
          </p:cNvPr>
          <p:cNvSpPr/>
          <p:nvPr userDrawn="1"/>
        </p:nvSpPr>
        <p:spPr>
          <a:xfrm>
            <a:off x="-2391484" y="2208944"/>
            <a:ext cx="7388589" cy="7037798"/>
          </a:xfrm>
          <a:prstGeom prst="ellipse">
            <a:avLst/>
          </a:prstGeom>
          <a:noFill/>
          <a:ln w="9525">
            <a:solidFill>
              <a:schemeClr val="accent1">
                <a:alpha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5CD3E5C6-1FD7-4A9E-A65F-282056577FB3}"/>
              </a:ext>
            </a:extLst>
          </p:cNvPr>
          <p:cNvCxnSpPr>
            <a:cxnSpLocks/>
          </p:cNvCxnSpPr>
          <p:nvPr userDrawn="1"/>
        </p:nvCxnSpPr>
        <p:spPr>
          <a:xfrm>
            <a:off x="1" y="2208943"/>
            <a:ext cx="21332825" cy="0"/>
          </a:xfrm>
          <a:prstGeom prst="line">
            <a:avLst/>
          </a:prstGeom>
          <a:ln w="9525">
            <a:solidFill>
              <a:schemeClr val="accent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ttore diritto 11">
            <a:extLst>
              <a:ext uri="{FF2B5EF4-FFF2-40B4-BE49-F238E27FC236}">
                <a16:creationId xmlns:a16="http://schemas.microsoft.com/office/drawing/2014/main" id="{D9DB920E-F5AB-4AF8-BFFC-D380A2D7FEAE}"/>
              </a:ext>
            </a:extLst>
          </p:cNvPr>
          <p:cNvCxnSpPr>
            <a:cxnSpLocks/>
          </p:cNvCxnSpPr>
          <p:nvPr userDrawn="1"/>
        </p:nvCxnSpPr>
        <p:spPr>
          <a:xfrm>
            <a:off x="1" y="9246742"/>
            <a:ext cx="21332825" cy="0"/>
          </a:xfrm>
          <a:prstGeom prst="line">
            <a:avLst/>
          </a:prstGeom>
          <a:ln w="9525">
            <a:solidFill>
              <a:schemeClr val="accent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ttangolo 128">
            <a:extLst>
              <a:ext uri="{FF2B5EF4-FFF2-40B4-BE49-F238E27FC236}">
                <a16:creationId xmlns:a16="http://schemas.microsoft.com/office/drawing/2014/main" id="{A3CF245D-40E2-212C-477C-30B153D535A6}"/>
              </a:ext>
            </a:extLst>
          </p:cNvPr>
          <p:cNvSpPr/>
          <p:nvPr userDrawn="1"/>
        </p:nvSpPr>
        <p:spPr>
          <a:xfrm>
            <a:off x="1" y="10919591"/>
            <a:ext cx="21332825" cy="512962"/>
          </a:xfrm>
          <a:prstGeom prst="rect">
            <a:avLst/>
          </a:prstGeom>
          <a:solidFill>
            <a:srgbClr val="102C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80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FD00617E-7A59-0C24-DFD1-EA7C1054040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740636" y="11071068"/>
            <a:ext cx="3980012" cy="210000"/>
          </a:xfrm>
          <a:prstGeom prst="rect">
            <a:avLst/>
          </a:prstGeom>
        </p:spPr>
      </p:pic>
      <p:sp>
        <p:nvSpPr>
          <p:cNvPr id="11" name="CuadroTexto 5">
            <a:extLst>
              <a:ext uri="{FF2B5EF4-FFF2-40B4-BE49-F238E27FC236}">
                <a16:creationId xmlns:a16="http://schemas.microsoft.com/office/drawing/2014/main" id="{0736905D-B8DA-32AC-8D64-A44CB5490F57}"/>
              </a:ext>
            </a:extLst>
          </p:cNvPr>
          <p:cNvSpPr txBox="1"/>
          <p:nvPr userDrawn="1"/>
        </p:nvSpPr>
        <p:spPr>
          <a:xfrm>
            <a:off x="488161" y="10919591"/>
            <a:ext cx="151067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>
                <a:solidFill>
                  <a:schemeClr val="bg1"/>
                </a:solidFill>
                <a:latin typeface="Manrope SemiBold" pitchFamily="2" charset="0"/>
              </a:rPr>
              <a:t>Stefano Marchetti </a:t>
            </a:r>
            <a:r>
              <a:rPr lang="en-GB" sz="1400">
                <a:solidFill>
                  <a:schemeClr val="bg1"/>
                </a:solidFill>
                <a:latin typeface="Manrope Light" pitchFamily="2" charset="0"/>
              </a:rPr>
              <a:t>PhD Student</a:t>
            </a:r>
          </a:p>
        </p:txBody>
      </p:sp>
    </p:spTree>
    <p:extLst>
      <p:ext uri="{BB962C8B-B14F-4D97-AF65-F5344CB8AC3E}">
        <p14:creationId xmlns:p14="http://schemas.microsoft.com/office/powerpoint/2010/main" val="195148967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ina Evidenza _ B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C3F10C0-5DFE-4F2B-84B3-498D1D283A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36401" y="2959398"/>
            <a:ext cx="18660019" cy="3863160"/>
          </a:xfrm>
          <a:ln>
            <a:noFill/>
          </a:ln>
        </p:spPr>
        <p:txBody>
          <a:bodyPr anchor="b"/>
          <a:lstStyle>
            <a:lvl1pPr algn="ctr">
              <a:defRPr sz="4800" b="0">
                <a:solidFill>
                  <a:schemeClr val="bg1"/>
                </a:solidFill>
              </a:defRPr>
            </a:lvl1pPr>
          </a:lstStyle>
          <a:p>
            <a:r>
              <a:rPr lang="en-US" noProof="0" err="1"/>
              <a:t>Inserire</a:t>
            </a:r>
            <a:r>
              <a:rPr lang="en-US" noProof="0"/>
              <a:t> testo in </a:t>
            </a:r>
            <a:r>
              <a:rPr lang="en-US" noProof="0" err="1"/>
              <a:t>evidenza</a:t>
            </a:r>
            <a:endParaRPr lang="en-US" noProof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5E31426-2C15-4249-84C9-7FF9F8F23C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06/11/2024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69023663-EBF6-4678-A4B6-3D84BCA80F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Advanced Measurements Project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5A37DEFB-BB2F-4195-B6BA-04AAE853B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135EEA2-8D42-4D46-95A6-66E65FDC5EB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9" name="Ovale 8">
            <a:extLst>
              <a:ext uri="{FF2B5EF4-FFF2-40B4-BE49-F238E27FC236}">
                <a16:creationId xmlns:a16="http://schemas.microsoft.com/office/drawing/2014/main" id="{6FCB4558-5B0B-4E68-99C0-73044CD4F7EE}"/>
              </a:ext>
            </a:extLst>
          </p:cNvPr>
          <p:cNvSpPr/>
          <p:nvPr userDrawn="1"/>
        </p:nvSpPr>
        <p:spPr>
          <a:xfrm>
            <a:off x="5657123" y="1263244"/>
            <a:ext cx="10018580" cy="9542925"/>
          </a:xfrm>
          <a:prstGeom prst="ellipse">
            <a:avLst/>
          </a:prstGeom>
          <a:noFill/>
          <a:ln w="9525">
            <a:solidFill>
              <a:schemeClr val="bg1">
                <a:alpha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5CD3E5C6-1FD7-4A9E-A65F-282056577FB3}"/>
              </a:ext>
            </a:extLst>
          </p:cNvPr>
          <p:cNvCxnSpPr>
            <a:cxnSpLocks/>
          </p:cNvCxnSpPr>
          <p:nvPr userDrawn="1"/>
        </p:nvCxnSpPr>
        <p:spPr>
          <a:xfrm>
            <a:off x="1" y="1216572"/>
            <a:ext cx="21332825" cy="0"/>
          </a:xfrm>
          <a:prstGeom prst="line">
            <a:avLst/>
          </a:prstGeom>
          <a:ln w="9525">
            <a:solidFill>
              <a:schemeClr val="bg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ttore diritto 11">
            <a:extLst>
              <a:ext uri="{FF2B5EF4-FFF2-40B4-BE49-F238E27FC236}">
                <a16:creationId xmlns:a16="http://schemas.microsoft.com/office/drawing/2014/main" id="{D9DB920E-F5AB-4AF8-BFFC-D380A2D7FEAE}"/>
              </a:ext>
            </a:extLst>
          </p:cNvPr>
          <p:cNvCxnSpPr>
            <a:cxnSpLocks/>
          </p:cNvCxnSpPr>
          <p:nvPr userDrawn="1"/>
        </p:nvCxnSpPr>
        <p:spPr>
          <a:xfrm>
            <a:off x="1" y="10806183"/>
            <a:ext cx="21332825" cy="0"/>
          </a:xfrm>
          <a:prstGeom prst="line">
            <a:avLst/>
          </a:prstGeom>
          <a:ln w="9525">
            <a:solidFill>
              <a:schemeClr val="bg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Segnaposto testo 6">
            <a:extLst>
              <a:ext uri="{FF2B5EF4-FFF2-40B4-BE49-F238E27FC236}">
                <a16:creationId xmlns:a16="http://schemas.microsoft.com/office/drawing/2014/main" id="{5FA801A9-B23D-4656-8AFA-3E413EDFA6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336081" y="7561386"/>
            <a:ext cx="18660666" cy="1003178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pPr lvl="0"/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94147088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Cover G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tudente-6.jpg">
            <a:extLst>
              <a:ext uri="{FF2B5EF4-FFF2-40B4-BE49-F238E27FC236}">
                <a16:creationId xmlns:a16="http://schemas.microsoft.com/office/drawing/2014/main" id="{9A8088A1-BE02-A45C-F2B7-D9182C7D258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" t="901" r="14721" b="26146"/>
          <a:stretch/>
        </p:blipFill>
        <p:spPr>
          <a:xfrm>
            <a:off x="-5275" y="-28572"/>
            <a:ext cx="21356597" cy="11458578"/>
          </a:xfrm>
          <a:prstGeom prst="rect">
            <a:avLst/>
          </a:prstGeom>
        </p:spPr>
      </p:pic>
      <p:sp>
        <p:nvSpPr>
          <p:cNvPr id="13" name="Rettangolo">
            <a:extLst>
              <a:ext uri="{FF2B5EF4-FFF2-40B4-BE49-F238E27FC236}">
                <a16:creationId xmlns:a16="http://schemas.microsoft.com/office/drawing/2014/main" id="{C0958222-67A2-407E-B29D-7EAE366C03C4}"/>
              </a:ext>
            </a:extLst>
          </p:cNvPr>
          <p:cNvSpPr/>
          <p:nvPr userDrawn="1"/>
        </p:nvSpPr>
        <p:spPr>
          <a:xfrm>
            <a:off x="-5275" y="0"/>
            <a:ext cx="21356597" cy="11430000"/>
          </a:xfrm>
          <a:prstGeom prst="rect">
            <a:avLst/>
          </a:prstGeom>
          <a:gradFill flip="none" rotWithShape="1">
            <a:gsLst>
              <a:gs pos="0">
                <a:srgbClr val="FFFFFF">
                  <a:alpha val="0"/>
                </a:srgbClr>
              </a:gs>
              <a:gs pos="46000">
                <a:schemeClr val="accent1">
                  <a:alpha val="40000"/>
                </a:schemeClr>
              </a:gs>
              <a:gs pos="72000">
                <a:schemeClr val="accent1"/>
              </a:gs>
            </a:gsLst>
            <a:lin ang="5400000" scaled="0"/>
            <a:tileRect/>
          </a:gradFill>
          <a:ln w="12700">
            <a:miter lim="400000"/>
          </a:ln>
        </p:spPr>
        <p:txBody>
          <a:bodyPr lIns="25400" tIns="25400" rIns="25400" bIns="25400" anchor="ctr"/>
          <a:lstStyle/>
          <a:p>
            <a:pPr algn="ctr" defTabSz="412756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lang="en-US" sz="1600" noProof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Ovale 9">
            <a:extLst>
              <a:ext uri="{FF2B5EF4-FFF2-40B4-BE49-F238E27FC236}">
                <a16:creationId xmlns:a16="http://schemas.microsoft.com/office/drawing/2014/main" id="{1CCADD42-EE9E-4858-B6FB-01BA6E38FAD3}"/>
              </a:ext>
            </a:extLst>
          </p:cNvPr>
          <p:cNvSpPr/>
          <p:nvPr userDrawn="1"/>
        </p:nvSpPr>
        <p:spPr>
          <a:xfrm rot="20927104">
            <a:off x="-1015590" y="3301658"/>
            <a:ext cx="19051128" cy="18145450"/>
          </a:xfrm>
          <a:prstGeom prst="ellipse">
            <a:avLst/>
          </a:prstGeom>
          <a:gradFill flip="none" rotWithShape="1">
            <a:gsLst>
              <a:gs pos="9000">
                <a:schemeClr val="bg1">
                  <a:alpha val="40000"/>
                </a:schemeClr>
              </a:gs>
              <a:gs pos="80000">
                <a:schemeClr val="bg1"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900" noProof="0">
              <a:latin typeface="Manrope" pitchFamily="2" charset="0"/>
            </a:endParaRPr>
          </a:p>
        </p:txBody>
      </p:sp>
      <p:sp>
        <p:nvSpPr>
          <p:cNvPr id="14" name="Linea">
            <a:extLst>
              <a:ext uri="{FF2B5EF4-FFF2-40B4-BE49-F238E27FC236}">
                <a16:creationId xmlns:a16="http://schemas.microsoft.com/office/drawing/2014/main" id="{B39406AE-79B6-49A1-923B-123760D8505F}"/>
              </a:ext>
            </a:extLst>
          </p:cNvPr>
          <p:cNvSpPr/>
          <p:nvPr userDrawn="1"/>
        </p:nvSpPr>
        <p:spPr>
          <a:xfrm>
            <a:off x="1" y="3301657"/>
            <a:ext cx="21334216" cy="0"/>
          </a:xfrm>
          <a:prstGeom prst="line">
            <a:avLst/>
          </a:prstGeom>
          <a:ln w="6350">
            <a:solidFill>
              <a:schemeClr val="bg1">
                <a:alpha val="50000"/>
              </a:schemeClr>
            </a:solidFill>
            <a:miter lim="400000"/>
          </a:ln>
        </p:spPr>
        <p:txBody>
          <a:bodyPr lIns="25400" tIns="25400" rIns="25400" bIns="25400" anchor="ctr"/>
          <a:lstStyle/>
          <a:p>
            <a:endParaRPr lang="en-US" sz="338" noProof="0">
              <a:latin typeface="Manrope" pitchFamily="2" charset="0"/>
            </a:endParaRPr>
          </a:p>
        </p:txBody>
      </p:sp>
      <p:sp>
        <p:nvSpPr>
          <p:cNvPr id="17" name="Linea">
            <a:extLst>
              <a:ext uri="{FF2B5EF4-FFF2-40B4-BE49-F238E27FC236}">
                <a16:creationId xmlns:a16="http://schemas.microsoft.com/office/drawing/2014/main" id="{DCC9F3C9-7921-43F1-BB63-5744C63E565E}"/>
              </a:ext>
            </a:extLst>
          </p:cNvPr>
          <p:cNvSpPr/>
          <p:nvPr userDrawn="1"/>
        </p:nvSpPr>
        <p:spPr>
          <a:xfrm flipV="1">
            <a:off x="18748852" y="25747"/>
            <a:ext cx="0" cy="11378513"/>
          </a:xfrm>
          <a:prstGeom prst="line">
            <a:avLst/>
          </a:prstGeom>
          <a:ln w="6350">
            <a:solidFill>
              <a:schemeClr val="bg1">
                <a:alpha val="50000"/>
              </a:schemeClr>
            </a:solidFill>
            <a:miter lim="400000"/>
          </a:ln>
        </p:spPr>
        <p:txBody>
          <a:bodyPr lIns="25400" tIns="25400" rIns="25400" bIns="25400" anchor="ctr"/>
          <a:lstStyle/>
          <a:p>
            <a:endParaRPr lang="en-US" sz="338" noProof="0">
              <a:latin typeface="Manrope" pitchFamily="2" charset="0"/>
            </a:endParaRPr>
          </a:p>
        </p:txBody>
      </p:sp>
      <p:sp>
        <p:nvSpPr>
          <p:cNvPr id="16" name="Titolo 5">
            <a:extLst>
              <a:ext uri="{FF2B5EF4-FFF2-40B4-BE49-F238E27FC236}">
                <a16:creationId xmlns:a16="http://schemas.microsoft.com/office/drawing/2014/main" id="{E8F7923B-B8EC-4C6A-A6CA-70D16747DB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38253" y="2559384"/>
            <a:ext cx="17006676" cy="3513785"/>
          </a:xfrm>
          <a:prstGeom prst="rect">
            <a:avLst/>
          </a:prstGeom>
        </p:spPr>
        <p:txBody>
          <a:bodyPr lIns="0" tIns="360000" rIns="0" bIns="0" anchor="t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 err="1"/>
              <a:t>Inserire</a:t>
            </a:r>
            <a:r>
              <a:rPr lang="en-US" noProof="0"/>
              <a:t> </a:t>
            </a:r>
            <a:r>
              <a:rPr lang="en-US" noProof="0" err="1"/>
              <a:t>titolo</a:t>
            </a:r>
            <a:br>
              <a:rPr lang="en-US" noProof="0"/>
            </a:br>
            <a:r>
              <a:rPr lang="en-US" noProof="0" err="1"/>
              <a:t>Presentazione</a:t>
            </a:r>
            <a:endParaRPr lang="en-US" noProof="0"/>
          </a:p>
        </p:txBody>
      </p:sp>
      <p:sp>
        <p:nvSpPr>
          <p:cNvPr id="18" name="Segnaposto testo 11">
            <a:extLst>
              <a:ext uri="{FF2B5EF4-FFF2-40B4-BE49-F238E27FC236}">
                <a16:creationId xmlns:a16="http://schemas.microsoft.com/office/drawing/2014/main" id="{7B2691BB-C18A-4BDF-B8C5-3FE96696466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051087" y="1643583"/>
            <a:ext cx="8458133" cy="653520"/>
          </a:xfrm>
        </p:spPr>
        <p:txBody>
          <a:bodyPr>
            <a:noAutofit/>
          </a:bodyPr>
          <a:lstStyle>
            <a:lvl1pPr>
              <a:defRPr sz="2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err="1"/>
              <a:t>Sottotitolo</a:t>
            </a:r>
            <a:endParaRPr lang="en-US" noProof="0"/>
          </a:p>
        </p:txBody>
      </p:sp>
      <p:sp>
        <p:nvSpPr>
          <p:cNvPr id="4" name="t">
            <a:extLst>
              <a:ext uri="{FF2B5EF4-FFF2-40B4-BE49-F238E27FC236}">
                <a16:creationId xmlns:a16="http://schemas.microsoft.com/office/drawing/2014/main" id="{71A06A51-D51A-1799-01AC-88E170E0791E}"/>
              </a:ext>
            </a:extLst>
          </p:cNvPr>
          <p:cNvSpPr/>
          <p:nvPr userDrawn="1"/>
        </p:nvSpPr>
        <p:spPr>
          <a:xfrm>
            <a:off x="-24321" y="9816797"/>
            <a:ext cx="21382861" cy="163012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lIns="25400" tIns="25400" rIns="25400" bIns="25400" anchor="ctr"/>
          <a:lstStyle>
            <a:lvl1pPr algn="ctr"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rPr lang="en-US" sz="1600" noProof="0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</a:p>
        </p:txBody>
      </p:sp>
      <p:sp>
        <p:nvSpPr>
          <p:cNvPr id="7" name="Linea">
            <a:extLst>
              <a:ext uri="{FF2B5EF4-FFF2-40B4-BE49-F238E27FC236}">
                <a16:creationId xmlns:a16="http://schemas.microsoft.com/office/drawing/2014/main" id="{DD8036B9-5CFC-9E68-985A-3A07B7A2DC34}"/>
              </a:ext>
            </a:extLst>
          </p:cNvPr>
          <p:cNvSpPr/>
          <p:nvPr/>
        </p:nvSpPr>
        <p:spPr>
          <a:xfrm flipV="1">
            <a:off x="6678088" y="10190860"/>
            <a:ext cx="0" cy="882000"/>
          </a:xfrm>
          <a:prstGeom prst="line">
            <a:avLst/>
          </a:prstGeom>
          <a:noFill/>
          <a:ln w="9525" cap="flat">
            <a:solidFill>
              <a:srgbClr val="102C53"/>
            </a:solidFill>
            <a:prstDash val="solid"/>
            <a:miter lim="400000"/>
          </a:ln>
          <a:effectLst/>
        </p:spPr>
        <p:txBody>
          <a:bodyPr wrap="square" lIns="50800" tIns="50800" rIns="50800" bIns="50800" numCol="1" anchor="ctr">
            <a:noAutofit/>
          </a:bodyPr>
          <a:lstStyle/>
          <a:p>
            <a:endParaRPr lang="en-US" sz="338" noProof="0">
              <a:latin typeface="Manrope" pitchFamily="2" charset="0"/>
            </a:endParaRPr>
          </a:p>
        </p:txBody>
      </p:sp>
      <p:pic>
        <p:nvPicPr>
          <p:cNvPr id="32" name="Graphic 31">
            <a:extLst>
              <a:ext uri="{FF2B5EF4-FFF2-40B4-BE49-F238E27FC236}">
                <a16:creationId xmlns:a16="http://schemas.microsoft.com/office/drawing/2014/main" id="{B183F0BC-D9D6-50BD-BDA7-3DC1068EAAA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3361" y="10214860"/>
            <a:ext cx="5053727" cy="834000"/>
          </a:xfrm>
          <a:prstGeom prst="rect">
            <a:avLst/>
          </a:prstGeom>
        </p:spPr>
      </p:pic>
      <p:pic>
        <p:nvPicPr>
          <p:cNvPr id="5" name="Picture 4" descr="A black and white logo&#10;&#10;Description automatically generated">
            <a:extLst>
              <a:ext uri="{FF2B5EF4-FFF2-40B4-BE49-F238E27FC236}">
                <a16:creationId xmlns:a16="http://schemas.microsoft.com/office/drawing/2014/main" id="{C9EA075B-D9DE-8A0C-838F-9D2DC0C42D09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25669" y="10214863"/>
            <a:ext cx="2283550" cy="849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1779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D93F0EDA-05BE-4DD7-962F-394BE0791C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100" y="1346791"/>
            <a:ext cx="20160631" cy="1400138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endParaRPr lang="en-US" noProof="0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8F0C82C2-529C-45CC-B0FD-8E1A68BA42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6100" y="3434294"/>
            <a:ext cx="20160631" cy="738187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/>
              <a:t>Fare </a:t>
            </a:r>
            <a:r>
              <a:rPr lang="en-US" noProof="0" err="1"/>
              <a:t>clic</a:t>
            </a:r>
            <a:r>
              <a:rPr lang="en-US" noProof="0"/>
              <a:t> per </a:t>
            </a:r>
            <a:r>
              <a:rPr lang="en-US" noProof="0" err="1"/>
              <a:t>modificare</a:t>
            </a:r>
            <a:r>
              <a:rPr lang="en-US" noProof="0"/>
              <a:t> </a:t>
            </a:r>
            <a:r>
              <a:rPr lang="en-US" noProof="0" err="1"/>
              <a:t>gli</a:t>
            </a:r>
            <a:r>
              <a:rPr lang="en-US" noProof="0"/>
              <a:t> </a:t>
            </a:r>
            <a:r>
              <a:rPr lang="en-US" noProof="0" err="1"/>
              <a:t>stili</a:t>
            </a:r>
            <a:r>
              <a:rPr lang="en-US" noProof="0"/>
              <a:t> del testo </a:t>
            </a:r>
            <a:r>
              <a:rPr lang="en-US" noProof="0" err="1"/>
              <a:t>dello</a:t>
            </a:r>
            <a:r>
              <a:rPr lang="en-US" noProof="0"/>
              <a:t> schema</a:t>
            </a:r>
          </a:p>
          <a:p>
            <a:pPr lvl="0"/>
            <a:r>
              <a:rPr lang="en-US" noProof="0"/>
              <a:t>Secondo </a:t>
            </a:r>
            <a:r>
              <a:rPr lang="en-US" noProof="0" err="1"/>
              <a:t>livello</a:t>
            </a:r>
            <a:endParaRPr lang="en-US" noProof="0"/>
          </a:p>
          <a:p>
            <a:pPr lvl="0"/>
            <a:r>
              <a:rPr lang="en-US" noProof="0" err="1"/>
              <a:t>Terzo</a:t>
            </a:r>
            <a:r>
              <a:rPr lang="en-US" noProof="0"/>
              <a:t> </a:t>
            </a:r>
            <a:r>
              <a:rPr lang="en-US" noProof="0" err="1"/>
              <a:t>livello</a:t>
            </a:r>
            <a:endParaRPr lang="en-US" noProof="0"/>
          </a:p>
          <a:p>
            <a:pPr lvl="0"/>
            <a:r>
              <a:rPr lang="en-US" noProof="0"/>
              <a:t>Quarto </a:t>
            </a:r>
            <a:r>
              <a:rPr lang="en-US" noProof="0" err="1"/>
              <a:t>livello</a:t>
            </a:r>
            <a:endParaRPr lang="en-US" noProof="0"/>
          </a:p>
          <a:p>
            <a:pPr lvl="0"/>
            <a:r>
              <a:rPr lang="en-US" noProof="0"/>
              <a:t>Quinto </a:t>
            </a:r>
            <a:r>
              <a:rPr lang="en-US" noProof="0" err="1"/>
              <a:t>livello</a:t>
            </a:r>
            <a:endParaRPr lang="en-US" noProof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C0DE2DC-DBA6-437E-BB4E-13D6007AE7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86100" y="66149"/>
            <a:ext cx="4170151" cy="608542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noProof="0"/>
              <a:t>06/11/2024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32393C94-ABEE-455B-B13B-0EB6402D37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627644" y="66149"/>
            <a:ext cx="7199828" cy="608542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noProof="0"/>
              <a:t>Advanced Measurements Project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A960919-4893-43E8-BAF3-C8C59F419B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8922625" y="66149"/>
            <a:ext cx="1824104" cy="608542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sz="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3135EEA2-8D42-4D46-95A6-66E65FDC5EB1}" type="slidenum">
              <a:rPr lang="en-US" noProof="0" smtClean="0"/>
              <a:pPr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9668522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4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0"/>
        </a:spcBef>
        <a:buFont typeface="Arial" panose="020B0604020202020204" pitchFamily="34" charset="0"/>
        <a:buNone/>
        <a:defRPr lang="it-IT" sz="1600" kern="1200" dirty="0">
          <a:solidFill>
            <a:schemeClr val="tx1"/>
          </a:solidFill>
          <a:latin typeface="+mn-lt"/>
          <a:ea typeface="+mn-ea"/>
          <a:cs typeface="+mn-cs"/>
        </a:defRPr>
      </a:lvl1pPr>
      <a:lvl2pPr marL="4572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lang="it-IT" sz="1600" kern="1200" dirty="0">
          <a:solidFill>
            <a:schemeClr val="tx1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lang="it-IT" sz="1600" kern="1200" dirty="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lang="it-IT" sz="1600" kern="1200" dirty="0">
          <a:solidFill>
            <a:schemeClr val="tx1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lang="it-IT" sz="1600" kern="1200" dirty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13069" userDrawn="1">
          <p15:clr>
            <a:srgbClr val="F26B43"/>
          </p15:clr>
        </p15:guide>
        <p15:guide id="2" pos="369" userDrawn="1">
          <p15:clr>
            <a:srgbClr val="F26B43"/>
          </p15:clr>
        </p15:guide>
        <p15:guide id="3" pos="3545" userDrawn="1">
          <p15:clr>
            <a:srgbClr val="F26B43"/>
          </p15:clr>
        </p15:guide>
        <p15:guide id="4" pos="3148" userDrawn="1">
          <p15:clr>
            <a:srgbClr val="F26B43"/>
          </p15:clr>
        </p15:guide>
        <p15:guide id="5" orient="horz" pos="2163" userDrawn="1">
          <p15:clr>
            <a:srgbClr val="F26B43"/>
          </p15:clr>
        </p15:guide>
        <p15:guide id="6" orient="horz" pos="6813" userDrawn="1">
          <p15:clr>
            <a:srgbClr val="F26B43"/>
          </p15:clr>
        </p15:guide>
        <p15:guide id="7" orient="horz" pos="425" userDrawn="1">
          <p15:clr>
            <a:srgbClr val="F26B43"/>
          </p15:clr>
        </p15:guide>
        <p15:guide id="8" orient="horz" pos="1635" userDrawn="1">
          <p15:clr>
            <a:srgbClr val="F26B43"/>
          </p15:clr>
        </p15:guide>
        <p15:guide id="9" orient="horz" pos="840" userDrawn="1">
          <p15:clr>
            <a:srgbClr val="F26B43"/>
          </p15:clr>
        </p15:guide>
        <p15:guide id="10" pos="671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23894A7-93B5-ECB3-8E76-3F6CCFFCE0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35EEA2-8D42-4D46-95A6-66E65FDC5EB1}" type="slidenum">
              <a:rPr lang="en-US">
                <a:solidFill>
                  <a:srgbClr val="000000">
                    <a:lumMod val="65000"/>
                    <a:lumOff val="35000"/>
                  </a:srgbClr>
                </a:solidFill>
                <a:latin typeface="Manrope"/>
              </a:rPr>
              <a:pPr/>
              <a:t>1</a:t>
            </a:fld>
            <a:endParaRPr lang="en-US">
              <a:solidFill>
                <a:srgbClr val="000000">
                  <a:lumMod val="65000"/>
                  <a:lumOff val="35000"/>
                </a:srgbClr>
              </a:solidFill>
              <a:latin typeface="Manrope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9973FB8-E548-F3D9-730F-4FBCDF8DD07F}"/>
              </a:ext>
            </a:extLst>
          </p:cNvPr>
          <p:cNvSpPr/>
          <p:nvPr/>
        </p:nvSpPr>
        <p:spPr>
          <a:xfrm>
            <a:off x="6860862" y="369672"/>
            <a:ext cx="2095500" cy="809625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rgbClr val="FFFFFF"/>
                </a:solidFill>
                <a:latin typeface="Manrope"/>
              </a:rPr>
              <a:t>AGE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FAB2C9A-659E-A5BD-E47D-A273DFCB8EC7}"/>
              </a:ext>
            </a:extLst>
          </p:cNvPr>
          <p:cNvSpPr/>
          <p:nvPr/>
        </p:nvSpPr>
        <p:spPr>
          <a:xfrm>
            <a:off x="12250326" y="318990"/>
            <a:ext cx="2095500" cy="80962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rgbClr val="FFFFFF"/>
                </a:solidFill>
                <a:latin typeface="Manrope"/>
              </a:rPr>
              <a:t>PGA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9FBD6AA6-FA45-47DB-B951-56007DB17DB7}"/>
              </a:ext>
            </a:extLst>
          </p:cNvPr>
          <p:cNvSpPr/>
          <p:nvPr/>
        </p:nvSpPr>
        <p:spPr>
          <a:xfrm>
            <a:off x="1109639" y="2619009"/>
            <a:ext cx="1228725" cy="641350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FFF"/>
                </a:solidFill>
                <a:latin typeface="Manrope"/>
              </a:rPr>
              <a:t>LOCA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37BB6B7-F751-ACE7-A604-31C1CB5C8381}"/>
              </a:ext>
            </a:extLst>
          </p:cNvPr>
          <p:cNvSpPr/>
          <p:nvPr/>
        </p:nvSpPr>
        <p:spPr>
          <a:xfrm>
            <a:off x="13117101" y="3338914"/>
            <a:ext cx="1228725" cy="64135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FFF"/>
                </a:solidFill>
                <a:latin typeface="Manrope"/>
              </a:rPr>
              <a:t>ACS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B1C172CE-6738-979B-C8DC-0EFD8E871301}"/>
              </a:ext>
            </a:extLst>
          </p:cNvPr>
          <p:cNvSpPr/>
          <p:nvPr/>
        </p:nvSpPr>
        <p:spPr>
          <a:xfrm>
            <a:off x="15517480" y="3330369"/>
            <a:ext cx="1228725" cy="64135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FFF"/>
                </a:solidFill>
                <a:latin typeface="Manrope"/>
              </a:rPr>
              <a:t>EDG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D8DCA44-EB80-C123-150B-ED9A712E963D}"/>
              </a:ext>
            </a:extLst>
          </p:cNvPr>
          <p:cNvSpPr/>
          <p:nvPr/>
        </p:nvSpPr>
        <p:spPr>
          <a:xfrm>
            <a:off x="18365603" y="2698397"/>
            <a:ext cx="1228725" cy="64135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FFF"/>
                </a:solidFill>
                <a:latin typeface="Manrope"/>
              </a:rPr>
              <a:t>PDP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E9DDE87-C9FA-1015-5012-94A24904D59F}"/>
              </a:ext>
            </a:extLst>
          </p:cNvPr>
          <p:cNvSpPr/>
          <p:nvPr/>
        </p:nvSpPr>
        <p:spPr>
          <a:xfrm>
            <a:off x="2656307" y="2619009"/>
            <a:ext cx="1228725" cy="641350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FFF"/>
                </a:solidFill>
                <a:latin typeface="Manrope"/>
              </a:rPr>
              <a:t>LOOP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BC93EA5C-80C9-FB7E-AFEA-0A10D31B6690}"/>
              </a:ext>
            </a:extLst>
          </p:cNvPr>
          <p:cNvSpPr/>
          <p:nvPr/>
        </p:nvSpPr>
        <p:spPr>
          <a:xfrm>
            <a:off x="4402138" y="2618035"/>
            <a:ext cx="1228725" cy="641350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FFF"/>
                </a:solidFill>
                <a:latin typeface="Manrope"/>
              </a:rPr>
              <a:t>MSLB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B9E00476-3A24-60D0-C9B5-1DA707DF6BFF}"/>
              </a:ext>
            </a:extLst>
          </p:cNvPr>
          <p:cNvSpPr/>
          <p:nvPr/>
        </p:nvSpPr>
        <p:spPr>
          <a:xfrm>
            <a:off x="6122761" y="3825920"/>
            <a:ext cx="1228725" cy="641350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FFF"/>
                </a:solidFill>
                <a:latin typeface="Manrope"/>
              </a:rPr>
              <a:t>LHS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FEDA167A-46E4-F303-19C9-10A45808CEE3}"/>
              </a:ext>
            </a:extLst>
          </p:cNvPr>
          <p:cNvSpPr/>
          <p:nvPr/>
        </p:nvSpPr>
        <p:spPr>
          <a:xfrm>
            <a:off x="8234481" y="2603690"/>
            <a:ext cx="1228725" cy="641350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FFF"/>
                </a:solidFill>
                <a:latin typeface="Manrope"/>
              </a:rPr>
              <a:t>SOEC failure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9D5C315-E67C-9650-303A-499879686275}"/>
              </a:ext>
            </a:extLst>
          </p:cNvPr>
          <p:cNvSpPr/>
          <p:nvPr/>
        </p:nvSpPr>
        <p:spPr>
          <a:xfrm>
            <a:off x="9098105" y="8935611"/>
            <a:ext cx="3136613" cy="1350530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solidFill>
                  <a:srgbClr val="FFFFFF"/>
                </a:solidFill>
                <a:latin typeface="Manrope"/>
              </a:rPr>
              <a:t>Reactor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0019A3AB-35DB-8102-BE04-9860920FB18A}"/>
              </a:ext>
            </a:extLst>
          </p:cNvPr>
          <p:cNvSpPr/>
          <p:nvPr/>
        </p:nvSpPr>
        <p:spPr>
          <a:xfrm>
            <a:off x="12631416" y="4244441"/>
            <a:ext cx="904875" cy="612773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rgbClr val="FFFFFF"/>
                </a:solidFill>
                <a:latin typeface="Manrope"/>
              </a:rPr>
              <a:t>t</a:t>
            </a:r>
            <a:r>
              <a:rPr lang="en-US" baseline="-25000" dirty="0" err="1">
                <a:solidFill>
                  <a:srgbClr val="FFFFFF"/>
                </a:solidFill>
                <a:latin typeface="Manrope"/>
              </a:rPr>
              <a:t>ACS</a:t>
            </a:r>
            <a:endParaRPr lang="en-US" baseline="-25000" dirty="0">
              <a:solidFill>
                <a:srgbClr val="FFFFFF"/>
              </a:solidFill>
              <a:latin typeface="Manrope"/>
            </a:endParaRP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CD7A0B23-988B-3124-5708-CC1EC9EDE403}"/>
              </a:ext>
            </a:extLst>
          </p:cNvPr>
          <p:cNvSpPr/>
          <p:nvPr/>
        </p:nvSpPr>
        <p:spPr>
          <a:xfrm>
            <a:off x="13848236" y="4237914"/>
            <a:ext cx="904874" cy="612773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rgbClr val="FFFFFF"/>
                </a:solidFill>
                <a:latin typeface="Manrope"/>
              </a:rPr>
              <a:t>t</a:t>
            </a:r>
            <a:r>
              <a:rPr lang="en-US" baseline="30000" dirty="0" err="1">
                <a:solidFill>
                  <a:srgbClr val="FFFFFF"/>
                </a:solidFill>
                <a:latin typeface="Manrope"/>
              </a:rPr>
              <a:t>r</a:t>
            </a:r>
            <a:r>
              <a:rPr lang="en-US" baseline="-25000" dirty="0" err="1">
                <a:solidFill>
                  <a:srgbClr val="FFFFFF"/>
                </a:solidFill>
                <a:latin typeface="Manrope"/>
              </a:rPr>
              <a:t>ACS</a:t>
            </a:r>
            <a:endParaRPr lang="en-US" baseline="-25000" dirty="0">
              <a:solidFill>
                <a:srgbClr val="FFFFFF"/>
              </a:solidFill>
              <a:latin typeface="Manrope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EC8777D6-9EB2-3BC9-4CE1-33361B095C9E}"/>
              </a:ext>
            </a:extLst>
          </p:cNvPr>
          <p:cNvSpPr/>
          <p:nvPr/>
        </p:nvSpPr>
        <p:spPr>
          <a:xfrm>
            <a:off x="14954201" y="4259173"/>
            <a:ext cx="904875" cy="612773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rgbClr val="FFFFFF"/>
                </a:solidFill>
                <a:latin typeface="Manrope"/>
              </a:rPr>
              <a:t>t</a:t>
            </a:r>
            <a:r>
              <a:rPr lang="en-US" baseline="-25000" dirty="0" err="1">
                <a:solidFill>
                  <a:srgbClr val="FFFFFF"/>
                </a:solidFill>
                <a:latin typeface="Manrope"/>
              </a:rPr>
              <a:t>EDG</a:t>
            </a:r>
            <a:endParaRPr lang="en-US" baseline="-25000" dirty="0">
              <a:solidFill>
                <a:srgbClr val="FFFFFF"/>
              </a:solidFill>
              <a:latin typeface="Manrope"/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4EDCA40-B282-433D-CE0E-9072795FC1AD}"/>
              </a:ext>
            </a:extLst>
          </p:cNvPr>
          <p:cNvSpPr/>
          <p:nvPr/>
        </p:nvSpPr>
        <p:spPr>
          <a:xfrm>
            <a:off x="16369598" y="4302264"/>
            <a:ext cx="904874" cy="612773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rgbClr val="FFFFFF"/>
                </a:solidFill>
                <a:latin typeface="Manrope"/>
              </a:rPr>
              <a:t>t</a:t>
            </a:r>
            <a:r>
              <a:rPr lang="en-US" baseline="30000" dirty="0" err="1">
                <a:solidFill>
                  <a:srgbClr val="FFFFFF"/>
                </a:solidFill>
                <a:latin typeface="Manrope"/>
              </a:rPr>
              <a:t>r</a:t>
            </a:r>
            <a:r>
              <a:rPr lang="en-US" baseline="-25000" dirty="0" err="1">
                <a:solidFill>
                  <a:srgbClr val="FFFFFF"/>
                </a:solidFill>
                <a:latin typeface="Manrope"/>
              </a:rPr>
              <a:t>EDG</a:t>
            </a:r>
            <a:endParaRPr lang="en-US" baseline="-25000" dirty="0">
              <a:solidFill>
                <a:srgbClr val="FFFFFF"/>
              </a:solidFill>
              <a:latin typeface="Manrope"/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2C1D3FBE-4C89-85CA-0026-27FB3A265E09}"/>
              </a:ext>
            </a:extLst>
          </p:cNvPr>
          <p:cNvSpPr/>
          <p:nvPr/>
        </p:nvSpPr>
        <p:spPr>
          <a:xfrm>
            <a:off x="17775357" y="4209336"/>
            <a:ext cx="904875" cy="612773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rgbClr val="FFFFFF"/>
                </a:solidFill>
                <a:latin typeface="Manrope"/>
              </a:rPr>
              <a:t>t</a:t>
            </a:r>
            <a:r>
              <a:rPr lang="en-US" baseline="-25000" dirty="0" err="1">
                <a:solidFill>
                  <a:srgbClr val="FFFFFF"/>
                </a:solidFill>
                <a:latin typeface="Manrope"/>
              </a:rPr>
              <a:t>PDP</a:t>
            </a:r>
            <a:endParaRPr lang="en-US" baseline="-25000" dirty="0">
              <a:solidFill>
                <a:srgbClr val="FFFFFF"/>
              </a:solidFill>
              <a:latin typeface="Manrope"/>
            </a:endParaRP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BA83311F-1400-3DA9-72B7-2756D57F5677}"/>
              </a:ext>
            </a:extLst>
          </p:cNvPr>
          <p:cNvSpPr/>
          <p:nvPr/>
        </p:nvSpPr>
        <p:spPr>
          <a:xfrm>
            <a:off x="19441196" y="4213323"/>
            <a:ext cx="904874" cy="612773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rgbClr val="FFFFFF"/>
                </a:solidFill>
                <a:latin typeface="Manrope"/>
              </a:rPr>
              <a:t>t</a:t>
            </a:r>
            <a:r>
              <a:rPr lang="en-US" baseline="30000" dirty="0" err="1">
                <a:solidFill>
                  <a:srgbClr val="FFFFFF"/>
                </a:solidFill>
                <a:latin typeface="Manrope"/>
              </a:rPr>
              <a:t>r</a:t>
            </a:r>
            <a:r>
              <a:rPr lang="en-US" baseline="-25000" dirty="0" err="1">
                <a:solidFill>
                  <a:srgbClr val="FFFFFF"/>
                </a:solidFill>
                <a:latin typeface="Manrope"/>
              </a:rPr>
              <a:t>PDP</a:t>
            </a:r>
            <a:endParaRPr lang="en-US" baseline="-25000" dirty="0">
              <a:solidFill>
                <a:srgbClr val="FFFFFF"/>
              </a:solidFill>
              <a:latin typeface="Manrope"/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361590A-00B6-473D-6385-C7CB88E5B182}"/>
              </a:ext>
            </a:extLst>
          </p:cNvPr>
          <p:cNvCxnSpPr>
            <a:stCxn id="8" idx="4"/>
            <a:endCxn id="16" idx="0"/>
          </p:cNvCxnSpPr>
          <p:nvPr/>
        </p:nvCxnSpPr>
        <p:spPr>
          <a:xfrm flipH="1">
            <a:off x="13083853" y="3980264"/>
            <a:ext cx="647610" cy="26417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EEFB25C-0E13-F358-65CA-4C424E437F3F}"/>
              </a:ext>
            </a:extLst>
          </p:cNvPr>
          <p:cNvCxnSpPr>
            <a:cxnSpLocks/>
            <a:stCxn id="8" idx="4"/>
            <a:endCxn id="17" idx="0"/>
          </p:cNvCxnSpPr>
          <p:nvPr/>
        </p:nvCxnSpPr>
        <p:spPr>
          <a:xfrm>
            <a:off x="13731463" y="3980265"/>
            <a:ext cx="569210" cy="25764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6B2ED7F-3A44-BD57-9599-370DCACA5406}"/>
              </a:ext>
            </a:extLst>
          </p:cNvPr>
          <p:cNvCxnSpPr>
            <a:cxnSpLocks/>
            <a:stCxn id="9" idx="4"/>
            <a:endCxn id="18" idx="0"/>
          </p:cNvCxnSpPr>
          <p:nvPr/>
        </p:nvCxnSpPr>
        <p:spPr>
          <a:xfrm flipH="1">
            <a:off x="15406638" y="3971720"/>
            <a:ext cx="725204" cy="287453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0C9244D-ECE4-DDAF-AFA3-E1EE01622137}"/>
              </a:ext>
            </a:extLst>
          </p:cNvPr>
          <p:cNvCxnSpPr>
            <a:cxnSpLocks/>
            <a:stCxn id="9" idx="4"/>
            <a:endCxn id="19" idx="0"/>
          </p:cNvCxnSpPr>
          <p:nvPr/>
        </p:nvCxnSpPr>
        <p:spPr>
          <a:xfrm>
            <a:off x="16131843" y="3971719"/>
            <a:ext cx="690193" cy="33054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ECC2FBBB-449B-8504-FDA6-D2E93A5D23DA}"/>
              </a:ext>
            </a:extLst>
          </p:cNvPr>
          <p:cNvCxnSpPr>
            <a:cxnSpLocks/>
            <a:stCxn id="10" idx="4"/>
            <a:endCxn id="20" idx="0"/>
          </p:cNvCxnSpPr>
          <p:nvPr/>
        </p:nvCxnSpPr>
        <p:spPr>
          <a:xfrm flipH="1">
            <a:off x="18227795" y="3339747"/>
            <a:ext cx="752171" cy="86958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2A6BDC0-25F9-B331-A40E-DE04A12EE497}"/>
              </a:ext>
            </a:extLst>
          </p:cNvPr>
          <p:cNvCxnSpPr>
            <a:cxnSpLocks/>
            <a:stCxn id="10" idx="4"/>
            <a:endCxn id="21" idx="0"/>
          </p:cNvCxnSpPr>
          <p:nvPr/>
        </p:nvCxnSpPr>
        <p:spPr>
          <a:xfrm>
            <a:off x="18979965" y="3339748"/>
            <a:ext cx="913668" cy="87357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D0283F75-A6CF-477A-2CC1-2291F8A25CD3}"/>
              </a:ext>
            </a:extLst>
          </p:cNvPr>
          <p:cNvCxnSpPr>
            <a:cxnSpLocks/>
            <a:stCxn id="6" idx="4"/>
            <a:endCxn id="8" idx="0"/>
          </p:cNvCxnSpPr>
          <p:nvPr/>
        </p:nvCxnSpPr>
        <p:spPr>
          <a:xfrm>
            <a:off x="13298076" y="1128615"/>
            <a:ext cx="433388" cy="221029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DF3DC8BE-D39E-FD7D-B95D-BB3732ED413C}"/>
              </a:ext>
            </a:extLst>
          </p:cNvPr>
          <p:cNvCxnSpPr>
            <a:cxnSpLocks/>
            <a:stCxn id="6" idx="5"/>
            <a:endCxn id="10" idx="0"/>
          </p:cNvCxnSpPr>
          <p:nvPr/>
        </p:nvCxnSpPr>
        <p:spPr>
          <a:xfrm>
            <a:off x="14038947" y="1010048"/>
            <a:ext cx="4941019" cy="168834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8C9304DF-9DDB-CD27-C339-3B179981C0D1}"/>
              </a:ext>
            </a:extLst>
          </p:cNvPr>
          <p:cNvCxnSpPr>
            <a:cxnSpLocks/>
            <a:stCxn id="6" idx="5"/>
            <a:endCxn id="9" idx="0"/>
          </p:cNvCxnSpPr>
          <p:nvPr/>
        </p:nvCxnSpPr>
        <p:spPr>
          <a:xfrm>
            <a:off x="14038947" y="1010048"/>
            <a:ext cx="2092896" cy="232032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796167F-9A6E-F8E5-2AB5-E80EA8902562}"/>
              </a:ext>
            </a:extLst>
          </p:cNvPr>
          <p:cNvCxnSpPr>
            <a:cxnSpLocks/>
            <a:stCxn id="5" idx="5"/>
            <a:endCxn id="8" idx="0"/>
          </p:cNvCxnSpPr>
          <p:nvPr/>
        </p:nvCxnSpPr>
        <p:spPr>
          <a:xfrm>
            <a:off x="8649483" y="1060730"/>
            <a:ext cx="5081981" cy="227818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BE7AE253-799B-7FC7-5287-478402E14ABC}"/>
              </a:ext>
            </a:extLst>
          </p:cNvPr>
          <p:cNvCxnSpPr>
            <a:cxnSpLocks/>
            <a:stCxn id="5" idx="5"/>
            <a:endCxn id="9" idx="0"/>
          </p:cNvCxnSpPr>
          <p:nvPr/>
        </p:nvCxnSpPr>
        <p:spPr>
          <a:xfrm>
            <a:off x="8649483" y="1060730"/>
            <a:ext cx="7482360" cy="226963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7E0E35A-F113-385E-A2B2-B40EFDF43540}"/>
              </a:ext>
            </a:extLst>
          </p:cNvPr>
          <p:cNvCxnSpPr>
            <a:cxnSpLocks/>
            <a:stCxn id="5" idx="5"/>
            <a:endCxn id="10" idx="0"/>
          </p:cNvCxnSpPr>
          <p:nvPr/>
        </p:nvCxnSpPr>
        <p:spPr>
          <a:xfrm>
            <a:off x="8649483" y="1060730"/>
            <a:ext cx="10330483" cy="163766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5821E6E1-076B-1B06-39E2-8722E744B762}"/>
              </a:ext>
            </a:extLst>
          </p:cNvPr>
          <p:cNvCxnSpPr>
            <a:cxnSpLocks/>
            <a:stCxn id="16" idx="4"/>
            <a:endCxn id="15" idx="0"/>
          </p:cNvCxnSpPr>
          <p:nvPr/>
        </p:nvCxnSpPr>
        <p:spPr>
          <a:xfrm flipH="1">
            <a:off x="10666412" y="4857214"/>
            <a:ext cx="2417442" cy="407839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801C3E80-0A05-5F06-2374-2F1F792D13AF}"/>
              </a:ext>
            </a:extLst>
          </p:cNvPr>
          <p:cNvCxnSpPr>
            <a:cxnSpLocks/>
            <a:stCxn id="17" idx="4"/>
            <a:endCxn id="15" idx="0"/>
          </p:cNvCxnSpPr>
          <p:nvPr/>
        </p:nvCxnSpPr>
        <p:spPr>
          <a:xfrm flipH="1">
            <a:off x="10666412" y="4850687"/>
            <a:ext cx="3634261" cy="408492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59686759-653E-2B07-D0DB-1931BAF8B45D}"/>
              </a:ext>
            </a:extLst>
          </p:cNvPr>
          <p:cNvCxnSpPr>
            <a:cxnSpLocks/>
            <a:stCxn id="18" idx="4"/>
            <a:endCxn id="15" idx="0"/>
          </p:cNvCxnSpPr>
          <p:nvPr/>
        </p:nvCxnSpPr>
        <p:spPr>
          <a:xfrm flipH="1">
            <a:off x="10666412" y="4871946"/>
            <a:ext cx="4740227" cy="406366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165ECA8F-7D9C-D12E-BD0B-E2F96FD9B6AD}"/>
              </a:ext>
            </a:extLst>
          </p:cNvPr>
          <p:cNvCxnSpPr>
            <a:cxnSpLocks/>
            <a:stCxn id="19" idx="4"/>
            <a:endCxn id="15" idx="0"/>
          </p:cNvCxnSpPr>
          <p:nvPr/>
        </p:nvCxnSpPr>
        <p:spPr>
          <a:xfrm flipH="1">
            <a:off x="10666412" y="4915037"/>
            <a:ext cx="6155623" cy="402057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8953ABFE-F6F5-CE26-427A-78BAF9F181A5}"/>
              </a:ext>
            </a:extLst>
          </p:cNvPr>
          <p:cNvCxnSpPr>
            <a:cxnSpLocks/>
            <a:stCxn id="20" idx="4"/>
            <a:endCxn id="15" idx="0"/>
          </p:cNvCxnSpPr>
          <p:nvPr/>
        </p:nvCxnSpPr>
        <p:spPr>
          <a:xfrm flipH="1">
            <a:off x="10666412" y="4822109"/>
            <a:ext cx="7561383" cy="411350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A580CAE7-2B0D-2E3B-E10D-133FF42E10AD}"/>
              </a:ext>
            </a:extLst>
          </p:cNvPr>
          <p:cNvCxnSpPr>
            <a:cxnSpLocks/>
            <a:stCxn id="21" idx="4"/>
            <a:endCxn id="15" idx="0"/>
          </p:cNvCxnSpPr>
          <p:nvPr/>
        </p:nvCxnSpPr>
        <p:spPr>
          <a:xfrm flipH="1">
            <a:off x="10666412" y="4826096"/>
            <a:ext cx="9227221" cy="410951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F005583F-DD67-EFF9-B037-76F0718B0F88}"/>
              </a:ext>
            </a:extLst>
          </p:cNvPr>
          <p:cNvSpPr txBox="1"/>
          <p:nvPr/>
        </p:nvSpPr>
        <p:spPr>
          <a:xfrm>
            <a:off x="171624" y="515867"/>
            <a:ext cx="15717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Safety barriers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4E206F9-F3C2-A2AD-5DF9-327E5364B611}"/>
              </a:ext>
            </a:extLst>
          </p:cNvPr>
          <p:cNvSpPr txBox="1"/>
          <p:nvPr/>
        </p:nvSpPr>
        <p:spPr>
          <a:xfrm>
            <a:off x="171623" y="150742"/>
            <a:ext cx="22900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Accidents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4F3936D0-A5B8-FBCB-827C-CE4C2FBEC558}"/>
              </a:ext>
            </a:extLst>
          </p:cNvPr>
          <p:cNvSpPr txBox="1"/>
          <p:nvPr/>
        </p:nvSpPr>
        <p:spPr>
          <a:xfrm>
            <a:off x="171623" y="958262"/>
            <a:ext cx="18018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Initiating event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D5C77E7F-6AE5-6D4D-D857-919C2EE112A1}"/>
              </a:ext>
            </a:extLst>
          </p:cNvPr>
          <p:cNvSpPr txBox="1"/>
          <p:nvPr/>
        </p:nvSpPr>
        <p:spPr>
          <a:xfrm>
            <a:off x="171623" y="1389845"/>
            <a:ext cx="18018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B0F0"/>
                </a:solidFill>
              </a:rPr>
              <a:t>Other</a:t>
            </a:r>
          </a:p>
        </p:txBody>
      </p: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87A592FF-588C-33D2-3DBC-20CC5D12F728}"/>
              </a:ext>
            </a:extLst>
          </p:cNvPr>
          <p:cNvCxnSpPr>
            <a:cxnSpLocks/>
            <a:stCxn id="5" idx="3"/>
            <a:endCxn id="7" idx="0"/>
          </p:cNvCxnSpPr>
          <p:nvPr/>
        </p:nvCxnSpPr>
        <p:spPr>
          <a:xfrm flipH="1">
            <a:off x="1724002" y="1060730"/>
            <a:ext cx="5443739" cy="155827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2B2AA24A-962E-D244-24C3-C63C55756242}"/>
              </a:ext>
            </a:extLst>
          </p:cNvPr>
          <p:cNvCxnSpPr>
            <a:cxnSpLocks/>
            <a:stCxn id="6" idx="3"/>
            <a:endCxn id="7" idx="0"/>
          </p:cNvCxnSpPr>
          <p:nvPr/>
        </p:nvCxnSpPr>
        <p:spPr>
          <a:xfrm flipH="1">
            <a:off x="1724002" y="1010048"/>
            <a:ext cx="10833203" cy="160896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Oval 97">
            <a:extLst>
              <a:ext uri="{FF2B5EF4-FFF2-40B4-BE49-F238E27FC236}">
                <a16:creationId xmlns:a16="http://schemas.microsoft.com/office/drawing/2014/main" id="{324861D8-CECB-63AA-D999-728FED815C93}"/>
              </a:ext>
            </a:extLst>
          </p:cNvPr>
          <p:cNvSpPr/>
          <p:nvPr/>
        </p:nvSpPr>
        <p:spPr>
          <a:xfrm>
            <a:off x="1324291" y="4305072"/>
            <a:ext cx="904875" cy="612773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rgbClr val="FFFFFF"/>
                </a:solidFill>
                <a:latin typeface="Manrope"/>
              </a:rPr>
              <a:t>t</a:t>
            </a:r>
            <a:r>
              <a:rPr lang="en-US" baseline="-25000" dirty="0" err="1">
                <a:solidFill>
                  <a:srgbClr val="FFFFFF"/>
                </a:solidFill>
                <a:latin typeface="Manrope"/>
              </a:rPr>
              <a:t>LOCA</a:t>
            </a:r>
            <a:endParaRPr lang="en-US" baseline="-25000" dirty="0">
              <a:solidFill>
                <a:srgbClr val="FFFFFF"/>
              </a:solidFill>
              <a:latin typeface="Manrope"/>
            </a:endParaRP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162F559C-4C22-6B24-FBA5-45C5B55BAF51}"/>
              </a:ext>
            </a:extLst>
          </p:cNvPr>
          <p:cNvCxnSpPr>
            <a:cxnSpLocks/>
            <a:stCxn id="98" idx="5"/>
            <a:endCxn id="15" idx="0"/>
          </p:cNvCxnSpPr>
          <p:nvPr/>
        </p:nvCxnSpPr>
        <p:spPr>
          <a:xfrm>
            <a:off x="2096650" y="4828106"/>
            <a:ext cx="8569762" cy="410750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2B19013F-764A-9B0C-8B78-0A8D3974F325}"/>
              </a:ext>
            </a:extLst>
          </p:cNvPr>
          <p:cNvCxnSpPr>
            <a:cxnSpLocks/>
            <a:stCxn id="7" idx="4"/>
            <a:endCxn id="98" idx="0"/>
          </p:cNvCxnSpPr>
          <p:nvPr/>
        </p:nvCxnSpPr>
        <p:spPr>
          <a:xfrm>
            <a:off x="1724002" y="3260359"/>
            <a:ext cx="52727" cy="1044713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Oval 108">
            <a:extLst>
              <a:ext uri="{FF2B5EF4-FFF2-40B4-BE49-F238E27FC236}">
                <a16:creationId xmlns:a16="http://schemas.microsoft.com/office/drawing/2014/main" id="{FFD73798-B07F-FEE6-4DD3-D5FCEBC9E097}"/>
              </a:ext>
            </a:extLst>
          </p:cNvPr>
          <p:cNvSpPr/>
          <p:nvPr/>
        </p:nvSpPr>
        <p:spPr>
          <a:xfrm>
            <a:off x="2811810" y="4293417"/>
            <a:ext cx="904875" cy="612773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rgbClr val="FFFFFF"/>
                </a:solidFill>
                <a:latin typeface="Manrope"/>
              </a:rPr>
              <a:t>t</a:t>
            </a:r>
            <a:r>
              <a:rPr lang="en-US" baseline="-25000" dirty="0" err="1">
                <a:solidFill>
                  <a:srgbClr val="FFFFFF"/>
                </a:solidFill>
                <a:latin typeface="Manrope"/>
              </a:rPr>
              <a:t>LOOP</a:t>
            </a:r>
            <a:endParaRPr lang="en-US" baseline="-25000" dirty="0">
              <a:solidFill>
                <a:srgbClr val="FFFFFF"/>
              </a:solidFill>
              <a:latin typeface="Manrope"/>
            </a:endParaRPr>
          </a:p>
        </p:txBody>
      </p: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E20480FF-9B4D-67A5-AEDF-29AFBF883A2A}"/>
              </a:ext>
            </a:extLst>
          </p:cNvPr>
          <p:cNvCxnSpPr>
            <a:cxnSpLocks/>
            <a:stCxn id="11" idx="4"/>
            <a:endCxn id="109" idx="0"/>
          </p:cNvCxnSpPr>
          <p:nvPr/>
        </p:nvCxnSpPr>
        <p:spPr>
          <a:xfrm flipH="1">
            <a:off x="3264248" y="3260359"/>
            <a:ext cx="6422" cy="103305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2B6C439C-C54A-550F-9FB6-7D6E343C76C9}"/>
              </a:ext>
            </a:extLst>
          </p:cNvPr>
          <p:cNvCxnSpPr>
            <a:cxnSpLocks/>
            <a:stCxn id="109" idx="5"/>
            <a:endCxn id="15" idx="0"/>
          </p:cNvCxnSpPr>
          <p:nvPr/>
        </p:nvCxnSpPr>
        <p:spPr>
          <a:xfrm>
            <a:off x="3584169" y="4816451"/>
            <a:ext cx="7082243" cy="411916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Oval 115">
            <a:extLst>
              <a:ext uri="{FF2B5EF4-FFF2-40B4-BE49-F238E27FC236}">
                <a16:creationId xmlns:a16="http://schemas.microsoft.com/office/drawing/2014/main" id="{AE659546-5406-DCDF-FD7D-1768EED70664}"/>
              </a:ext>
            </a:extLst>
          </p:cNvPr>
          <p:cNvSpPr/>
          <p:nvPr/>
        </p:nvSpPr>
        <p:spPr>
          <a:xfrm>
            <a:off x="4586820" y="4237031"/>
            <a:ext cx="904875" cy="612773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rgbClr val="FFFFFF"/>
                </a:solidFill>
                <a:latin typeface="Manrope"/>
              </a:rPr>
              <a:t>t</a:t>
            </a:r>
            <a:r>
              <a:rPr lang="en-US" baseline="-25000" dirty="0" err="1">
                <a:solidFill>
                  <a:srgbClr val="FFFFFF"/>
                </a:solidFill>
                <a:latin typeface="Manrope"/>
              </a:rPr>
              <a:t>MSLB</a:t>
            </a:r>
            <a:endParaRPr lang="en-US" baseline="-25000" dirty="0">
              <a:solidFill>
                <a:srgbClr val="FFFFFF"/>
              </a:solidFill>
              <a:latin typeface="Manrope"/>
            </a:endParaRPr>
          </a:p>
        </p:txBody>
      </p: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0CABADF8-D6F6-A216-76E5-88096BCC0AEE}"/>
              </a:ext>
            </a:extLst>
          </p:cNvPr>
          <p:cNvCxnSpPr>
            <a:cxnSpLocks/>
            <a:stCxn id="12" idx="4"/>
            <a:endCxn id="116" idx="0"/>
          </p:cNvCxnSpPr>
          <p:nvPr/>
        </p:nvCxnSpPr>
        <p:spPr>
          <a:xfrm>
            <a:off x="5016501" y="3259385"/>
            <a:ext cx="22757" cy="97764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CA3694BE-DC00-1265-F8A1-BA9D40B06817}"/>
              </a:ext>
            </a:extLst>
          </p:cNvPr>
          <p:cNvCxnSpPr>
            <a:cxnSpLocks/>
            <a:stCxn id="116" idx="5"/>
            <a:endCxn id="15" idx="0"/>
          </p:cNvCxnSpPr>
          <p:nvPr/>
        </p:nvCxnSpPr>
        <p:spPr>
          <a:xfrm>
            <a:off x="5359179" y="4760065"/>
            <a:ext cx="5307233" cy="417554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Oval 123">
            <a:extLst>
              <a:ext uri="{FF2B5EF4-FFF2-40B4-BE49-F238E27FC236}">
                <a16:creationId xmlns:a16="http://schemas.microsoft.com/office/drawing/2014/main" id="{B5D89D28-E065-1D42-A47B-CA12D51E3906}"/>
              </a:ext>
            </a:extLst>
          </p:cNvPr>
          <p:cNvSpPr/>
          <p:nvPr/>
        </p:nvSpPr>
        <p:spPr>
          <a:xfrm>
            <a:off x="6834701" y="5142728"/>
            <a:ext cx="904875" cy="612773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rgbClr val="FFFFFF"/>
                </a:solidFill>
                <a:latin typeface="Manrope"/>
              </a:rPr>
              <a:t>t</a:t>
            </a:r>
            <a:r>
              <a:rPr lang="en-US" baseline="-25000" dirty="0" err="1">
                <a:solidFill>
                  <a:srgbClr val="FFFFFF"/>
                </a:solidFill>
                <a:latin typeface="Manrope"/>
              </a:rPr>
              <a:t>LHS</a:t>
            </a:r>
            <a:endParaRPr lang="en-US" baseline="-25000" dirty="0">
              <a:solidFill>
                <a:srgbClr val="FFFFFF"/>
              </a:solidFill>
              <a:latin typeface="Manrope"/>
            </a:endParaRPr>
          </a:p>
        </p:txBody>
      </p: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42338AE5-C99D-02BC-2956-829B3DDE0EAE}"/>
              </a:ext>
            </a:extLst>
          </p:cNvPr>
          <p:cNvCxnSpPr>
            <a:cxnSpLocks/>
            <a:stCxn id="13" idx="4"/>
            <a:endCxn id="124" idx="0"/>
          </p:cNvCxnSpPr>
          <p:nvPr/>
        </p:nvCxnSpPr>
        <p:spPr>
          <a:xfrm>
            <a:off x="6737124" y="4467270"/>
            <a:ext cx="550015" cy="67545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9EC7AF84-0039-19FD-9915-43DB34193F5D}"/>
              </a:ext>
            </a:extLst>
          </p:cNvPr>
          <p:cNvCxnSpPr>
            <a:cxnSpLocks/>
            <a:stCxn id="124" idx="5"/>
            <a:endCxn id="15" idx="0"/>
          </p:cNvCxnSpPr>
          <p:nvPr/>
        </p:nvCxnSpPr>
        <p:spPr>
          <a:xfrm>
            <a:off x="7607060" y="5665762"/>
            <a:ext cx="3059352" cy="326984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5" name="TextBox 144">
            <a:extLst>
              <a:ext uri="{FF2B5EF4-FFF2-40B4-BE49-F238E27FC236}">
                <a16:creationId xmlns:a16="http://schemas.microsoft.com/office/drawing/2014/main" id="{067FA98B-D5FD-EC82-D77E-9F9E3189F23A}"/>
              </a:ext>
            </a:extLst>
          </p:cNvPr>
          <p:cNvSpPr txBox="1"/>
          <p:nvPr/>
        </p:nvSpPr>
        <p:spPr>
          <a:xfrm>
            <a:off x="19571113" y="2307193"/>
            <a:ext cx="9708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Yes</a:t>
            </a:r>
          </a:p>
          <a:p>
            <a:r>
              <a:rPr lang="en-US" dirty="0"/>
              <a:t>No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CEE1AE9E-516F-3809-88D0-152B295C1945}"/>
              </a:ext>
            </a:extLst>
          </p:cNvPr>
          <p:cNvSpPr txBox="1"/>
          <p:nvPr/>
        </p:nvSpPr>
        <p:spPr>
          <a:xfrm>
            <a:off x="17002488" y="3333934"/>
            <a:ext cx="16984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U(0,1200) if yes</a:t>
            </a:r>
          </a:p>
          <a:p>
            <a:r>
              <a:rPr lang="en-US" dirty="0"/>
              <a:t>N(1200,0) if no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FB8ECBA2-7C3D-19D0-54BD-5F68688C6423}"/>
              </a:ext>
            </a:extLst>
          </p:cNvPr>
          <p:cNvSpPr txBox="1"/>
          <p:nvPr/>
        </p:nvSpPr>
        <p:spPr>
          <a:xfrm>
            <a:off x="19571113" y="3317535"/>
            <a:ext cx="18241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U(10,180) if no</a:t>
            </a:r>
          </a:p>
          <a:p>
            <a:r>
              <a:rPr lang="en-US" dirty="0"/>
              <a:t>N(1200,0) if yes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833B14E5-F4A7-1D2D-3177-44C5B48ECBE7}"/>
                  </a:ext>
                </a:extLst>
              </p:cNvPr>
              <p:cNvSpPr txBox="1"/>
              <p:nvPr/>
            </p:nvSpPr>
            <p:spPr>
              <a:xfrm>
                <a:off x="2167335" y="3847234"/>
                <a:ext cx="169844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𝐿𝑂𝐶𝐴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833B14E5-F4A7-1D2D-3177-44C5B48ECB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7335" y="3847234"/>
                <a:ext cx="1698443" cy="369332"/>
              </a:xfrm>
              <a:prstGeom prst="rect">
                <a:avLst/>
              </a:prstGeom>
              <a:blipFill>
                <a:blip r:embed="rId2"/>
                <a:stretch>
                  <a:fillRect l="-2963" t="-6452" b="-22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CAE42B12-E685-3EE2-B39D-9BB6DACB2B14}"/>
                  </a:ext>
                </a:extLst>
              </p:cNvPr>
              <p:cNvSpPr txBox="1"/>
              <p:nvPr/>
            </p:nvSpPr>
            <p:spPr>
              <a:xfrm>
                <a:off x="4007114" y="3847234"/>
                <a:ext cx="169844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𝐿𝑂𝐶𝐴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CAE42B12-E685-3EE2-B39D-9BB6DACB2B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7114" y="3847234"/>
                <a:ext cx="1698443" cy="369332"/>
              </a:xfrm>
              <a:prstGeom prst="rect">
                <a:avLst/>
              </a:prstGeom>
              <a:blipFill>
                <a:blip r:embed="rId3"/>
                <a:stretch>
                  <a:fillRect l="-2963" t="-6452" b="-22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7" name="Straight Arrow Connector 216">
            <a:extLst>
              <a:ext uri="{FF2B5EF4-FFF2-40B4-BE49-F238E27FC236}">
                <a16:creationId xmlns:a16="http://schemas.microsoft.com/office/drawing/2014/main" id="{4EE3D527-F8D6-2128-AE60-D0DF105613A5}"/>
              </a:ext>
            </a:extLst>
          </p:cNvPr>
          <p:cNvCxnSpPr>
            <a:cxnSpLocks/>
            <a:stCxn id="6" idx="4"/>
            <a:endCxn id="14" idx="0"/>
          </p:cNvCxnSpPr>
          <p:nvPr/>
        </p:nvCxnSpPr>
        <p:spPr>
          <a:xfrm flipH="1">
            <a:off x="8848844" y="1128615"/>
            <a:ext cx="4449232" cy="147507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Straight Arrow Connector 220">
            <a:extLst>
              <a:ext uri="{FF2B5EF4-FFF2-40B4-BE49-F238E27FC236}">
                <a16:creationId xmlns:a16="http://schemas.microsoft.com/office/drawing/2014/main" id="{09497E52-C17D-BD74-8544-BB230D2E3E07}"/>
              </a:ext>
            </a:extLst>
          </p:cNvPr>
          <p:cNvCxnSpPr>
            <a:cxnSpLocks/>
            <a:stCxn id="6" idx="4"/>
            <a:endCxn id="12" idx="0"/>
          </p:cNvCxnSpPr>
          <p:nvPr/>
        </p:nvCxnSpPr>
        <p:spPr>
          <a:xfrm flipH="1">
            <a:off x="5016501" y="1128615"/>
            <a:ext cx="8281575" cy="148942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Straight Arrow Connector 223">
            <a:extLst>
              <a:ext uri="{FF2B5EF4-FFF2-40B4-BE49-F238E27FC236}">
                <a16:creationId xmlns:a16="http://schemas.microsoft.com/office/drawing/2014/main" id="{671D1440-4711-6644-FB25-1BC5EB001B34}"/>
              </a:ext>
            </a:extLst>
          </p:cNvPr>
          <p:cNvCxnSpPr>
            <a:cxnSpLocks/>
            <a:stCxn id="14" idx="4"/>
            <a:endCxn id="356" idx="0"/>
          </p:cNvCxnSpPr>
          <p:nvPr/>
        </p:nvCxnSpPr>
        <p:spPr>
          <a:xfrm>
            <a:off x="8848844" y="3245040"/>
            <a:ext cx="1695653" cy="60339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Straight Arrow Connector 226">
            <a:extLst>
              <a:ext uri="{FF2B5EF4-FFF2-40B4-BE49-F238E27FC236}">
                <a16:creationId xmlns:a16="http://schemas.microsoft.com/office/drawing/2014/main" id="{ABABFC0F-AD04-35EF-0DEE-90184B42817A}"/>
              </a:ext>
            </a:extLst>
          </p:cNvPr>
          <p:cNvCxnSpPr>
            <a:cxnSpLocks/>
            <a:stCxn id="14" idx="4"/>
            <a:endCxn id="356" idx="0"/>
          </p:cNvCxnSpPr>
          <p:nvPr/>
        </p:nvCxnSpPr>
        <p:spPr>
          <a:xfrm>
            <a:off x="8848844" y="3245040"/>
            <a:ext cx="1695653" cy="60339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Straight Arrow Connector 229">
            <a:extLst>
              <a:ext uri="{FF2B5EF4-FFF2-40B4-BE49-F238E27FC236}">
                <a16:creationId xmlns:a16="http://schemas.microsoft.com/office/drawing/2014/main" id="{7BE09F3E-4069-40AA-FEDC-916E90A642A2}"/>
              </a:ext>
            </a:extLst>
          </p:cNvPr>
          <p:cNvCxnSpPr>
            <a:cxnSpLocks/>
            <a:stCxn id="14" idx="4"/>
            <a:endCxn id="13" idx="0"/>
          </p:cNvCxnSpPr>
          <p:nvPr/>
        </p:nvCxnSpPr>
        <p:spPr>
          <a:xfrm flipH="1">
            <a:off x="6737124" y="3245040"/>
            <a:ext cx="2111720" cy="58088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9" name="Straight Arrow Connector 238">
            <a:extLst>
              <a:ext uri="{FF2B5EF4-FFF2-40B4-BE49-F238E27FC236}">
                <a16:creationId xmlns:a16="http://schemas.microsoft.com/office/drawing/2014/main" id="{78F84000-5CF4-DFBF-F720-142E0F01E1B3}"/>
              </a:ext>
            </a:extLst>
          </p:cNvPr>
          <p:cNvCxnSpPr>
            <a:cxnSpLocks/>
            <a:stCxn id="6" idx="4"/>
            <a:endCxn id="11" idx="0"/>
          </p:cNvCxnSpPr>
          <p:nvPr/>
        </p:nvCxnSpPr>
        <p:spPr>
          <a:xfrm flipH="1">
            <a:off x="3270670" y="1128615"/>
            <a:ext cx="10027406" cy="149039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5" name="Oval 354">
            <a:extLst>
              <a:ext uri="{FF2B5EF4-FFF2-40B4-BE49-F238E27FC236}">
                <a16:creationId xmlns:a16="http://schemas.microsoft.com/office/drawing/2014/main" id="{A51B710E-81F1-476F-3C6F-EB173893D03D}"/>
              </a:ext>
            </a:extLst>
          </p:cNvPr>
          <p:cNvSpPr/>
          <p:nvPr/>
        </p:nvSpPr>
        <p:spPr>
          <a:xfrm>
            <a:off x="8234481" y="3853179"/>
            <a:ext cx="1228725" cy="641350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FFF"/>
                </a:solidFill>
                <a:latin typeface="Manrope"/>
              </a:rPr>
              <a:t>LOOP</a:t>
            </a:r>
            <a:r>
              <a:rPr lang="en-US" baseline="-25000" dirty="0">
                <a:solidFill>
                  <a:srgbClr val="FFFFFF"/>
                </a:solidFill>
                <a:latin typeface="Manrope"/>
              </a:rPr>
              <a:t>H2</a:t>
            </a:r>
          </a:p>
        </p:txBody>
      </p:sp>
      <p:sp>
        <p:nvSpPr>
          <p:cNvPr id="356" name="Oval 355">
            <a:extLst>
              <a:ext uri="{FF2B5EF4-FFF2-40B4-BE49-F238E27FC236}">
                <a16:creationId xmlns:a16="http://schemas.microsoft.com/office/drawing/2014/main" id="{7F2DB60F-9D7B-675D-82A5-3079D5D96613}"/>
              </a:ext>
            </a:extLst>
          </p:cNvPr>
          <p:cNvSpPr/>
          <p:nvPr/>
        </p:nvSpPr>
        <p:spPr>
          <a:xfrm>
            <a:off x="9827756" y="3848435"/>
            <a:ext cx="1433482" cy="641350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FFF"/>
                </a:solidFill>
                <a:latin typeface="Manrope"/>
              </a:rPr>
              <a:t>MSLB</a:t>
            </a:r>
            <a:r>
              <a:rPr lang="en-US" baseline="-25000" dirty="0">
                <a:solidFill>
                  <a:srgbClr val="FFFFFF"/>
                </a:solidFill>
                <a:latin typeface="Manrope"/>
              </a:rPr>
              <a:t>H2</a:t>
            </a:r>
          </a:p>
        </p:txBody>
      </p:sp>
      <p:sp>
        <p:nvSpPr>
          <p:cNvPr id="403" name="Oval 402">
            <a:extLst>
              <a:ext uri="{FF2B5EF4-FFF2-40B4-BE49-F238E27FC236}">
                <a16:creationId xmlns:a16="http://schemas.microsoft.com/office/drawing/2014/main" id="{D6F17F68-1AE0-E127-3D9C-523A47FB794D}"/>
              </a:ext>
            </a:extLst>
          </p:cNvPr>
          <p:cNvSpPr/>
          <p:nvPr/>
        </p:nvSpPr>
        <p:spPr>
          <a:xfrm>
            <a:off x="8422333" y="5134436"/>
            <a:ext cx="1138113" cy="612773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FFF"/>
                </a:solidFill>
                <a:latin typeface="Manrope"/>
              </a:rPr>
              <a:t>t</a:t>
            </a:r>
            <a:r>
              <a:rPr lang="en-US" baseline="-25000" dirty="0">
                <a:solidFill>
                  <a:srgbClr val="FFFFFF"/>
                </a:solidFill>
                <a:latin typeface="Manrope"/>
              </a:rPr>
              <a:t>LOOPH2</a:t>
            </a:r>
          </a:p>
        </p:txBody>
      </p:sp>
      <p:sp>
        <p:nvSpPr>
          <p:cNvPr id="404" name="Oval 403">
            <a:extLst>
              <a:ext uri="{FF2B5EF4-FFF2-40B4-BE49-F238E27FC236}">
                <a16:creationId xmlns:a16="http://schemas.microsoft.com/office/drawing/2014/main" id="{B5F28EC3-1BAC-5B9B-7878-7E08678C8134}"/>
              </a:ext>
            </a:extLst>
          </p:cNvPr>
          <p:cNvSpPr/>
          <p:nvPr/>
        </p:nvSpPr>
        <p:spPr>
          <a:xfrm>
            <a:off x="10123676" y="5128406"/>
            <a:ext cx="1138113" cy="612773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FFF"/>
                </a:solidFill>
                <a:latin typeface="Manrope"/>
              </a:rPr>
              <a:t>t</a:t>
            </a:r>
            <a:r>
              <a:rPr lang="en-US" baseline="-25000" dirty="0">
                <a:solidFill>
                  <a:srgbClr val="FFFFFF"/>
                </a:solidFill>
                <a:latin typeface="Manrope"/>
              </a:rPr>
              <a:t>MSLBH2</a:t>
            </a:r>
          </a:p>
        </p:txBody>
      </p:sp>
      <p:cxnSp>
        <p:nvCxnSpPr>
          <p:cNvPr id="405" name="Straight Arrow Connector 404">
            <a:extLst>
              <a:ext uri="{FF2B5EF4-FFF2-40B4-BE49-F238E27FC236}">
                <a16:creationId xmlns:a16="http://schemas.microsoft.com/office/drawing/2014/main" id="{0A9EE8E1-9B4A-B621-D8B7-6CA575E7F349}"/>
              </a:ext>
            </a:extLst>
          </p:cNvPr>
          <p:cNvCxnSpPr>
            <a:cxnSpLocks/>
            <a:stCxn id="355" idx="4"/>
            <a:endCxn id="403" idx="0"/>
          </p:cNvCxnSpPr>
          <p:nvPr/>
        </p:nvCxnSpPr>
        <p:spPr>
          <a:xfrm>
            <a:off x="8848844" y="4494529"/>
            <a:ext cx="142546" cy="63990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8" name="Straight Arrow Connector 407">
            <a:extLst>
              <a:ext uri="{FF2B5EF4-FFF2-40B4-BE49-F238E27FC236}">
                <a16:creationId xmlns:a16="http://schemas.microsoft.com/office/drawing/2014/main" id="{42B2A6C5-2E9C-D163-89F3-2F36D790900D}"/>
              </a:ext>
            </a:extLst>
          </p:cNvPr>
          <p:cNvCxnSpPr>
            <a:cxnSpLocks/>
            <a:stCxn id="356" idx="4"/>
            <a:endCxn id="404" idx="0"/>
          </p:cNvCxnSpPr>
          <p:nvPr/>
        </p:nvCxnSpPr>
        <p:spPr>
          <a:xfrm>
            <a:off x="10544497" y="4489785"/>
            <a:ext cx="148236" cy="63862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1" name="Straight Arrow Connector 410">
            <a:extLst>
              <a:ext uri="{FF2B5EF4-FFF2-40B4-BE49-F238E27FC236}">
                <a16:creationId xmlns:a16="http://schemas.microsoft.com/office/drawing/2014/main" id="{8E252714-9183-8A03-EE68-0BFB395F6ED9}"/>
              </a:ext>
            </a:extLst>
          </p:cNvPr>
          <p:cNvCxnSpPr>
            <a:cxnSpLocks/>
            <a:stCxn id="403" idx="4"/>
            <a:endCxn id="15" idx="0"/>
          </p:cNvCxnSpPr>
          <p:nvPr/>
        </p:nvCxnSpPr>
        <p:spPr>
          <a:xfrm>
            <a:off x="8991390" y="5747209"/>
            <a:ext cx="1675022" cy="318840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Straight Arrow Connector 413">
            <a:extLst>
              <a:ext uri="{FF2B5EF4-FFF2-40B4-BE49-F238E27FC236}">
                <a16:creationId xmlns:a16="http://schemas.microsoft.com/office/drawing/2014/main" id="{BAF4C4EF-BC02-13D8-211A-25846690B267}"/>
              </a:ext>
            </a:extLst>
          </p:cNvPr>
          <p:cNvCxnSpPr>
            <a:cxnSpLocks/>
            <a:stCxn id="404" idx="4"/>
            <a:endCxn id="15" idx="0"/>
          </p:cNvCxnSpPr>
          <p:nvPr/>
        </p:nvCxnSpPr>
        <p:spPr>
          <a:xfrm flipH="1">
            <a:off x="10666412" y="5741179"/>
            <a:ext cx="26321" cy="319443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2" name="Straight Arrow Connector 421">
            <a:extLst>
              <a:ext uri="{FF2B5EF4-FFF2-40B4-BE49-F238E27FC236}">
                <a16:creationId xmlns:a16="http://schemas.microsoft.com/office/drawing/2014/main" id="{55245850-AD6E-7F00-3343-8BA596BCA4F0}"/>
              </a:ext>
            </a:extLst>
          </p:cNvPr>
          <p:cNvCxnSpPr>
            <a:cxnSpLocks/>
            <a:stCxn id="12" idx="6"/>
            <a:endCxn id="14" idx="2"/>
          </p:cNvCxnSpPr>
          <p:nvPr/>
        </p:nvCxnSpPr>
        <p:spPr>
          <a:xfrm flipV="1">
            <a:off x="5630863" y="2924365"/>
            <a:ext cx="2603618" cy="1434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0" name="Straight Arrow Connector 429">
            <a:extLst>
              <a:ext uri="{FF2B5EF4-FFF2-40B4-BE49-F238E27FC236}">
                <a16:creationId xmlns:a16="http://schemas.microsoft.com/office/drawing/2014/main" id="{1AC4C8D7-8264-D858-B4C8-076B14149790}"/>
              </a:ext>
            </a:extLst>
          </p:cNvPr>
          <p:cNvCxnSpPr>
            <a:cxnSpLocks/>
            <a:stCxn id="14" idx="4"/>
            <a:endCxn id="355" idx="0"/>
          </p:cNvCxnSpPr>
          <p:nvPr/>
        </p:nvCxnSpPr>
        <p:spPr>
          <a:xfrm>
            <a:off x="8848844" y="3245040"/>
            <a:ext cx="0" cy="60813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9" name="TextBox 438">
            <a:extLst>
              <a:ext uri="{FF2B5EF4-FFF2-40B4-BE49-F238E27FC236}">
                <a16:creationId xmlns:a16="http://schemas.microsoft.com/office/drawing/2014/main" id="{24BFAC4F-295D-4327-E4AC-6A46665FC19B}"/>
              </a:ext>
            </a:extLst>
          </p:cNvPr>
          <p:cNvSpPr txBox="1"/>
          <p:nvPr/>
        </p:nvSpPr>
        <p:spPr>
          <a:xfrm>
            <a:off x="9522072" y="2303150"/>
            <a:ext cx="201574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Overcurrent</a:t>
            </a:r>
          </a:p>
          <a:p>
            <a:r>
              <a:rPr lang="en-US" dirty="0"/>
              <a:t>Explosion</a:t>
            </a:r>
          </a:p>
          <a:p>
            <a:r>
              <a:rPr lang="en-US" dirty="0"/>
              <a:t>Steam pipe break</a:t>
            </a:r>
          </a:p>
          <a:p>
            <a:r>
              <a:rPr lang="en-US" dirty="0"/>
              <a:t>Safe</a:t>
            </a:r>
          </a:p>
        </p:txBody>
      </p:sp>
      <p:sp>
        <p:nvSpPr>
          <p:cNvPr id="440" name="TextBox 439">
            <a:extLst>
              <a:ext uri="{FF2B5EF4-FFF2-40B4-BE49-F238E27FC236}">
                <a16:creationId xmlns:a16="http://schemas.microsoft.com/office/drawing/2014/main" id="{CA45CCA3-8F27-3BE3-6E8F-0C8D43E7B74D}"/>
              </a:ext>
            </a:extLst>
          </p:cNvPr>
          <p:cNvSpPr txBox="1"/>
          <p:nvPr/>
        </p:nvSpPr>
        <p:spPr>
          <a:xfrm>
            <a:off x="10782273" y="4511575"/>
            <a:ext cx="16984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U(0,1200) if yes</a:t>
            </a:r>
          </a:p>
          <a:p>
            <a:r>
              <a:rPr lang="en-US" dirty="0"/>
              <a:t>N(1200,0) if no</a:t>
            </a:r>
          </a:p>
        </p:txBody>
      </p:sp>
      <p:sp>
        <p:nvSpPr>
          <p:cNvPr id="441" name="TextBox 440">
            <a:extLst>
              <a:ext uri="{FF2B5EF4-FFF2-40B4-BE49-F238E27FC236}">
                <a16:creationId xmlns:a16="http://schemas.microsoft.com/office/drawing/2014/main" id="{97174E20-5D86-35F0-5506-D4BCD944EBC2}"/>
              </a:ext>
            </a:extLst>
          </p:cNvPr>
          <p:cNvSpPr txBox="1"/>
          <p:nvPr/>
        </p:nvSpPr>
        <p:spPr>
          <a:xfrm>
            <a:off x="8966486" y="4498943"/>
            <a:ext cx="16984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U(0,1200) if yes</a:t>
            </a:r>
          </a:p>
          <a:p>
            <a:r>
              <a:rPr lang="en-US" dirty="0"/>
              <a:t>N(1200,0) if no</a:t>
            </a:r>
          </a:p>
        </p:txBody>
      </p:sp>
      <p:sp>
        <p:nvSpPr>
          <p:cNvPr id="442" name="TextBox 441">
            <a:extLst>
              <a:ext uri="{FF2B5EF4-FFF2-40B4-BE49-F238E27FC236}">
                <a16:creationId xmlns:a16="http://schemas.microsoft.com/office/drawing/2014/main" id="{6A438786-F433-36D0-6FCE-C6A8A4FDF57A}"/>
              </a:ext>
            </a:extLst>
          </p:cNvPr>
          <p:cNvSpPr txBox="1"/>
          <p:nvPr/>
        </p:nvSpPr>
        <p:spPr>
          <a:xfrm>
            <a:off x="7178268" y="4454770"/>
            <a:ext cx="16984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U(0,1200) if yes</a:t>
            </a:r>
          </a:p>
          <a:p>
            <a:r>
              <a:rPr lang="en-US" dirty="0"/>
              <a:t>N(1200,0) if no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7945A8F0-AF85-2381-F32E-4AA3A2A9F586}"/>
              </a:ext>
            </a:extLst>
          </p:cNvPr>
          <p:cNvCxnSpPr>
            <a:cxnSpLocks/>
            <a:stCxn id="5" idx="3"/>
            <a:endCxn id="12" idx="0"/>
          </p:cNvCxnSpPr>
          <p:nvPr/>
        </p:nvCxnSpPr>
        <p:spPr>
          <a:xfrm flipH="1">
            <a:off x="5016501" y="1060730"/>
            <a:ext cx="2151240" cy="155730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5452004"/>
      </p:ext>
    </p:extLst>
  </p:cSld>
  <p:clrMapOvr>
    <a:masterClrMapping/>
  </p:clrMapOvr>
</p:sld>
</file>

<file path=ppt/theme/theme1.xml><?xml version="1.0" encoding="utf-8"?>
<a:theme xmlns:a="http://schemas.openxmlformats.org/drawingml/2006/main" name="Interni">
  <a:themeElements>
    <a:clrScheme name="Polimi ppt blu102c53">
      <a:dk1>
        <a:srgbClr val="000000"/>
      </a:dk1>
      <a:lt1>
        <a:srgbClr val="FFFFFF"/>
      </a:lt1>
      <a:dk2>
        <a:srgbClr val="102C53"/>
      </a:dk2>
      <a:lt2>
        <a:srgbClr val="FFFFFF"/>
      </a:lt2>
      <a:accent1>
        <a:srgbClr val="102C53"/>
      </a:accent1>
      <a:accent2>
        <a:srgbClr val="596C87"/>
      </a:accent2>
      <a:accent3>
        <a:srgbClr val="8795A8"/>
      </a:accent3>
      <a:accent4>
        <a:srgbClr val="B7BFCA"/>
      </a:accent4>
      <a:accent5>
        <a:srgbClr val="D0D5DD"/>
      </a:accent5>
      <a:accent6>
        <a:srgbClr val="F3F3F6"/>
      </a:accent6>
      <a:hlink>
        <a:srgbClr val="0000FF"/>
      </a:hlink>
      <a:folHlink>
        <a:srgbClr val="28C8F0"/>
      </a:folHlink>
    </a:clrScheme>
    <a:fontScheme name="caratteri tema manrope">
      <a:majorFont>
        <a:latin typeface="Manrope"/>
        <a:ea typeface=""/>
        <a:cs typeface=""/>
      </a:majorFont>
      <a:minorFont>
        <a:latin typeface="Manrop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pt_manrope_2024_regular" id="{AF503DD6-45CC-4FD9-A316-7E3073ACAABC}" vid="{376A186E-ACA5-4725-B103-CB5852E20BB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</TotalTime>
  <Words>105</Words>
  <Application>Microsoft Macintosh PowerPoint</Application>
  <PresentationFormat>Custom</PresentationFormat>
  <Paragraphs>48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Arial</vt:lpstr>
      <vt:lpstr>Cambria Math</vt:lpstr>
      <vt:lpstr>Manrope</vt:lpstr>
      <vt:lpstr>Manrope Light</vt:lpstr>
      <vt:lpstr>Manrope SemiBold</vt:lpstr>
      <vt:lpstr>Interni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Stefano Marchetti</dc:creator>
  <cp:lastModifiedBy>Stefano Marchetti</cp:lastModifiedBy>
  <cp:revision>10</cp:revision>
  <dcterms:created xsi:type="dcterms:W3CDTF">2025-10-13T12:36:33Z</dcterms:created>
  <dcterms:modified xsi:type="dcterms:W3CDTF">2025-10-16T09:51:46Z</dcterms:modified>
</cp:coreProperties>
</file>