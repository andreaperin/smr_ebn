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97" r:id="rId2"/>
    <p:sldId id="398" r:id="rId3"/>
  </p:sldIdLst>
  <p:sldSz cx="21332825" cy="1143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AAECD-B2FB-674C-8F24-B571A163E080}" v="7" dt="2025-10-20T09:54:32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684"/>
  </p:normalViewPr>
  <p:slideViewPr>
    <p:cSldViewPr snapToGrid="0">
      <p:cViewPr>
        <p:scale>
          <a:sx n="103" d="100"/>
          <a:sy n="103" d="100"/>
        </p:scale>
        <p:origin x="-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 Marchetti" userId="3bf8cbeb-8408-479d-a09b-695e13a1d95a" providerId="ADAL" clId="{D8C40FED-0A2A-538C-B5F9-F8E64794996E}"/>
    <pc:docChg chg="custSel addSld modSld">
      <pc:chgData name="Stefano Marchetti" userId="3bf8cbeb-8408-479d-a09b-695e13a1d95a" providerId="ADAL" clId="{D8C40FED-0A2A-538C-B5F9-F8E64794996E}" dt="2025-10-20T09:54:38.493" v="76" actId="1076"/>
      <pc:docMkLst>
        <pc:docMk/>
      </pc:docMkLst>
      <pc:sldChg chg="addSp delSp modSp mod">
        <pc:chgData name="Stefano Marchetti" userId="3bf8cbeb-8408-479d-a09b-695e13a1d95a" providerId="ADAL" clId="{D8C40FED-0A2A-538C-B5F9-F8E64794996E}" dt="2025-10-16T09:51:42.673" v="5" actId="14100"/>
        <pc:sldMkLst>
          <pc:docMk/>
          <pc:sldMk cId="3825452004" sldId="397"/>
        </pc:sldMkLst>
        <pc:cxnChg chg="add mod">
          <ac:chgData name="Stefano Marchetti" userId="3bf8cbeb-8408-479d-a09b-695e13a1d95a" providerId="ADAL" clId="{D8C40FED-0A2A-538C-B5F9-F8E64794996E}" dt="2025-10-16T09:51:42.673" v="5" actId="14100"/>
          <ac:cxnSpMkLst>
            <pc:docMk/>
            <pc:sldMk cId="3825452004" sldId="397"/>
            <ac:cxnSpMk id="24" creationId="{7945A8F0-AF85-2381-F32E-4AA3A2A9F586}"/>
          </ac:cxnSpMkLst>
        </pc:cxnChg>
      </pc:sldChg>
      <pc:sldChg chg="addSp delSp modSp add mod">
        <pc:chgData name="Stefano Marchetti" userId="3bf8cbeb-8408-479d-a09b-695e13a1d95a" providerId="ADAL" clId="{D8C40FED-0A2A-538C-B5F9-F8E64794996E}" dt="2025-10-20T09:54:38.493" v="76" actId="1076"/>
        <pc:sldMkLst>
          <pc:docMk/>
          <pc:sldMk cId="3749203309" sldId="398"/>
        </pc:sldMkLst>
        <pc:spChg chg="mod">
          <ac:chgData name="Stefano Marchetti" userId="3bf8cbeb-8408-479d-a09b-695e13a1d95a" providerId="ADAL" clId="{D8C40FED-0A2A-538C-B5F9-F8E64794996E}" dt="2025-10-20T09:53:11.103" v="62" actId="1076"/>
          <ac:spMkLst>
            <pc:docMk/>
            <pc:sldMk cId="3749203309" sldId="398"/>
            <ac:spMk id="14" creationId="{992FF5E8-FEDF-182C-60CD-08E33DD76599}"/>
          </ac:spMkLst>
        </pc:spChg>
        <pc:spChg chg="add mod">
          <ac:chgData name="Stefano Marchetti" userId="3bf8cbeb-8408-479d-a09b-695e13a1d95a" providerId="ADAL" clId="{D8C40FED-0A2A-538C-B5F9-F8E64794996E}" dt="2025-10-20T09:53:13.292" v="63" actId="1076"/>
          <ac:spMkLst>
            <pc:docMk/>
            <pc:sldMk cId="3749203309" sldId="398"/>
            <ac:spMk id="34" creationId="{97D96948-C4F0-2F56-1B03-F1E3DB99FFDC}"/>
          </ac:spMkLst>
        </pc:spChg>
        <pc:spChg chg="add mod">
          <ac:chgData name="Stefano Marchetti" userId="3bf8cbeb-8408-479d-a09b-695e13a1d95a" providerId="ADAL" clId="{D8C40FED-0A2A-538C-B5F9-F8E64794996E}" dt="2025-10-20T09:53:14.813" v="64" actId="1076"/>
          <ac:spMkLst>
            <pc:docMk/>
            <pc:sldMk cId="3749203309" sldId="398"/>
            <ac:spMk id="38" creationId="{F0113F7B-506E-315B-22B2-32B146742292}"/>
          </ac:spMkLst>
        </pc:spChg>
        <pc:spChg chg="mod">
          <ac:chgData name="Stefano Marchetti" userId="3bf8cbeb-8408-479d-a09b-695e13a1d95a" providerId="ADAL" clId="{D8C40FED-0A2A-538C-B5F9-F8E64794996E}" dt="2025-10-20T09:54:38.493" v="76" actId="1076"/>
          <ac:spMkLst>
            <pc:docMk/>
            <pc:sldMk cId="3749203309" sldId="398"/>
            <ac:spMk id="355" creationId="{80249590-E45D-9635-C797-992DE6BEEEE3}"/>
          </ac:spMkLst>
        </pc:spChg>
        <pc:spChg chg="mod">
          <ac:chgData name="Stefano Marchetti" userId="3bf8cbeb-8408-479d-a09b-695e13a1d95a" providerId="ADAL" clId="{D8C40FED-0A2A-538C-B5F9-F8E64794996E}" dt="2025-10-20T09:54:18.609" v="72" actId="207"/>
          <ac:spMkLst>
            <pc:docMk/>
            <pc:sldMk cId="3749203309" sldId="398"/>
            <ac:spMk id="356" creationId="{7765E831-A6F2-FEAD-D0BE-B225BC7BB129}"/>
          </ac:spMkLst>
        </pc:spChg>
        <pc:spChg chg="mod">
          <ac:chgData name="Stefano Marchetti" userId="3bf8cbeb-8408-479d-a09b-695e13a1d95a" providerId="ADAL" clId="{D8C40FED-0A2A-538C-B5F9-F8E64794996E}" dt="2025-10-20T09:52:46.767" v="24" actId="1076"/>
          <ac:spMkLst>
            <pc:docMk/>
            <pc:sldMk cId="3749203309" sldId="398"/>
            <ac:spMk id="439" creationId="{4BDB8560-B691-3C63-9453-B32B5C76FA44}"/>
          </ac:spMkLst>
        </pc:spChg>
        <pc:cxnChg chg="add mod">
          <ac:chgData name="Stefano Marchetti" userId="3bf8cbeb-8408-479d-a09b-695e13a1d95a" providerId="ADAL" clId="{D8C40FED-0A2A-538C-B5F9-F8E64794996E}" dt="2025-10-20T09:54:38.493" v="76" actId="1076"/>
          <ac:cxnSpMkLst>
            <pc:docMk/>
            <pc:sldMk cId="3749203309" sldId="398"/>
            <ac:cxnSpMk id="49" creationId="{F364D97A-ED02-1A8A-9378-CB99E8554E24}"/>
          </ac:cxnSpMkLst>
        </pc:cxnChg>
        <pc:cxnChg chg="add mod">
          <ac:chgData name="Stefano Marchetti" userId="3bf8cbeb-8408-479d-a09b-695e13a1d95a" providerId="ADAL" clId="{D8C40FED-0A2A-538C-B5F9-F8E64794996E}" dt="2025-10-20T09:53:56.316" v="70" actId="14100"/>
          <ac:cxnSpMkLst>
            <pc:docMk/>
            <pc:sldMk cId="3749203309" sldId="398"/>
            <ac:cxnSpMk id="53" creationId="{AE8D3743-6DF1-8E30-103A-29B72DE1F8FC}"/>
          </ac:cxnSpMkLst>
        </pc:cxnChg>
        <pc:cxnChg chg="add mod">
          <ac:chgData name="Stefano Marchetti" userId="3bf8cbeb-8408-479d-a09b-695e13a1d95a" providerId="ADAL" clId="{D8C40FED-0A2A-538C-B5F9-F8E64794996E}" dt="2025-10-20T09:54:34.914" v="75" actId="14100"/>
          <ac:cxnSpMkLst>
            <pc:docMk/>
            <pc:sldMk cId="3749203309" sldId="398"/>
            <ac:cxnSpMk id="57" creationId="{0F1A4420-E18C-4610-2EFB-A85D14CFED33}"/>
          </ac:cxnSpMkLst>
        </pc:cxnChg>
        <pc:cxnChg chg="mod">
          <ac:chgData name="Stefano Marchetti" userId="3bf8cbeb-8408-479d-a09b-695e13a1d95a" providerId="ADAL" clId="{D8C40FED-0A2A-538C-B5F9-F8E64794996E}" dt="2025-10-20T09:53:11.103" v="62" actId="1076"/>
          <ac:cxnSpMkLst>
            <pc:docMk/>
            <pc:sldMk cId="3749203309" sldId="398"/>
            <ac:cxnSpMk id="217" creationId="{0D71AFC8-F4C7-8885-16DA-2CA0AFB229EF}"/>
          </ac:cxnSpMkLst>
        </pc:cxnChg>
        <pc:cxnChg chg="del mod">
          <ac:chgData name="Stefano Marchetti" userId="3bf8cbeb-8408-479d-a09b-695e13a1d95a" providerId="ADAL" clId="{D8C40FED-0A2A-538C-B5F9-F8E64794996E}" dt="2025-10-20T09:52:43.671" v="23" actId="478"/>
          <ac:cxnSpMkLst>
            <pc:docMk/>
            <pc:sldMk cId="3749203309" sldId="398"/>
            <ac:cxnSpMk id="224" creationId="{4D1D9EBF-3852-FDCC-2AC0-C879F296DFB1}"/>
          </ac:cxnSpMkLst>
        </pc:cxnChg>
        <pc:cxnChg chg="del mod">
          <ac:chgData name="Stefano Marchetti" userId="3bf8cbeb-8408-479d-a09b-695e13a1d95a" providerId="ADAL" clId="{D8C40FED-0A2A-538C-B5F9-F8E64794996E}" dt="2025-10-20T09:52:40.381" v="22" actId="478"/>
          <ac:cxnSpMkLst>
            <pc:docMk/>
            <pc:sldMk cId="3749203309" sldId="398"/>
            <ac:cxnSpMk id="227" creationId="{5D7D9DF2-43D0-21E0-0FA6-FCB3EE9C2835}"/>
          </ac:cxnSpMkLst>
        </pc:cxnChg>
        <pc:cxnChg chg="mod">
          <ac:chgData name="Stefano Marchetti" userId="3bf8cbeb-8408-479d-a09b-695e13a1d95a" providerId="ADAL" clId="{D8C40FED-0A2A-538C-B5F9-F8E64794996E}" dt="2025-10-20T09:53:11.103" v="62" actId="1076"/>
          <ac:cxnSpMkLst>
            <pc:docMk/>
            <pc:sldMk cId="3749203309" sldId="398"/>
            <ac:cxnSpMk id="230" creationId="{558BDF44-349A-7E52-6696-D07201F759D0}"/>
          </ac:cxnSpMkLst>
        </pc:cxnChg>
        <pc:cxnChg chg="mod">
          <ac:chgData name="Stefano Marchetti" userId="3bf8cbeb-8408-479d-a09b-695e13a1d95a" providerId="ADAL" clId="{D8C40FED-0A2A-538C-B5F9-F8E64794996E}" dt="2025-10-20T09:54:38.493" v="76" actId="1076"/>
          <ac:cxnSpMkLst>
            <pc:docMk/>
            <pc:sldMk cId="3749203309" sldId="398"/>
            <ac:cxnSpMk id="405" creationId="{2232127B-F066-C700-BDAD-790A08BBCE2A}"/>
          </ac:cxnSpMkLst>
        </pc:cxnChg>
        <pc:cxnChg chg="mod">
          <ac:chgData name="Stefano Marchetti" userId="3bf8cbeb-8408-479d-a09b-695e13a1d95a" providerId="ADAL" clId="{D8C40FED-0A2A-538C-B5F9-F8E64794996E}" dt="2025-10-20T09:53:14.813" v="64" actId="1076"/>
          <ac:cxnSpMkLst>
            <pc:docMk/>
            <pc:sldMk cId="3749203309" sldId="398"/>
            <ac:cxnSpMk id="422" creationId="{5839886A-9231-629F-3797-BD12C3CC1839}"/>
          </ac:cxnSpMkLst>
        </pc:cxnChg>
        <pc:cxnChg chg="del mod">
          <ac:chgData name="Stefano Marchetti" userId="3bf8cbeb-8408-479d-a09b-695e13a1d95a" providerId="ADAL" clId="{D8C40FED-0A2A-538C-B5F9-F8E64794996E}" dt="2025-10-20T09:52:40.055" v="21" actId="478"/>
          <ac:cxnSpMkLst>
            <pc:docMk/>
            <pc:sldMk cId="3749203309" sldId="398"/>
            <ac:cxnSpMk id="430" creationId="{7C2E657C-DCE0-0ECB-9FF1-01366500466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1" y="0"/>
            <a:ext cx="4997104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46791"/>
            <a:ext cx="3785891" cy="1400138"/>
          </a:xfrm>
        </p:spPr>
        <p:txBody>
          <a:bodyPr/>
          <a:lstStyle>
            <a:lvl1pPr>
              <a:defRPr/>
            </a:lvl1pPr>
          </a:lstStyle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8" y="3434294"/>
            <a:ext cx="3786020" cy="66945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AF746B8-16B5-4251-938A-CD03C89D3C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646" y="3434293"/>
            <a:ext cx="15119083" cy="6694537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1400" b="1">
                <a:solidFill>
                  <a:schemeClr val="tx2"/>
                </a:solidFill>
              </a:defRPr>
            </a:lvl1pPr>
            <a:lvl2pPr marL="360000" indent="0">
              <a:buFont typeface="+mj-lt"/>
              <a:buNone/>
              <a:defRPr sz="1400"/>
            </a:lvl2pPr>
            <a:lvl3pPr marL="1257300" indent="-3429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endParaRPr lang="en-US" noProof="0"/>
          </a:p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endParaRPr lang="en-US" noProof="0"/>
          </a:p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Capitolo</a:t>
            </a:r>
            <a:endParaRPr lang="en-US" noProof="0"/>
          </a:p>
          <a:p>
            <a:pPr lvl="1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Rettangolo 128">
            <a:extLst>
              <a:ext uri="{FF2B5EF4-FFF2-40B4-BE49-F238E27FC236}">
                <a16:creationId xmlns:a16="http://schemas.microsoft.com/office/drawing/2014/main" id="{3905867A-F46D-FF66-3C67-E40033DA6A3A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36383-DA53-CB77-79AE-8DD98B1D4F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5973813C-E653-3275-EB3F-AB31A7A85C1A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122946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B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100" y="1354421"/>
            <a:ext cx="20160631" cy="14001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err="1"/>
              <a:t>Indice</a:t>
            </a:r>
            <a:endParaRPr lang="en-US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1CFA815-ACBE-4524-9331-D296F8E0F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098" y="5091649"/>
            <a:ext cx="3308149" cy="554672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75158ADB-01E3-4A38-A321-CD450AEE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1991" y="5091649"/>
            <a:ext cx="3308150" cy="554672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2B0DC0F-1C21-45C1-8F2A-00A6E1341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885" y="5091649"/>
            <a:ext cx="3308150" cy="554672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76250419-1EAD-4278-97B7-1BA8F0752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3779" y="5091649"/>
            <a:ext cx="3308150" cy="554672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endParaRPr lang="en-US" noProof="0"/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CD9C49F-F44E-4E82-864B-742438DC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29673" y="5091649"/>
            <a:ext cx="3308150" cy="554672"/>
          </a:xfrm>
        </p:spPr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sezione</a:t>
            </a:r>
            <a:br>
              <a:rPr lang="en-US" noProof="0"/>
            </a:br>
            <a:endParaRPr lang="en-US" noProof="0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7F91CD7E-BBFD-483F-A271-EC1D28C8A8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6098" y="6227967"/>
            <a:ext cx="3308149" cy="312822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50290743-6926-46ED-BE46-501A4F78CC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367683" y="3498871"/>
            <a:ext cx="1293960" cy="1164805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9AA91E9E-F4C5-4318-8BFC-5E627DF7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4098700" y="3498871"/>
            <a:ext cx="1293960" cy="1164805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D6F57CB6-9F04-49B6-939C-D13BA7FB0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7932369" y="3498871"/>
            <a:ext cx="1293960" cy="1164805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C01B50D-1661-4131-BCDF-441CC22144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11711343" y="3498871"/>
            <a:ext cx="1293960" cy="1164805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22" name="Segnaposto testo 7">
            <a:extLst>
              <a:ext uri="{FF2B5EF4-FFF2-40B4-BE49-F238E27FC236}">
                <a16:creationId xmlns:a16="http://schemas.microsoft.com/office/drawing/2014/main" id="{2D503613-5D8F-4B95-8EB3-139631491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5511253" y="3498871"/>
            <a:ext cx="1293960" cy="1164805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D6AE53A6-5645-44EC-B619-20693E3FE5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1991" y="6227967"/>
            <a:ext cx="3308149" cy="312822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26F8B43E-3092-43FC-A7B0-45C3ACC71E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7885" y="6227967"/>
            <a:ext cx="3308149" cy="312822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25" name="Segnaposto testo 7">
            <a:extLst>
              <a:ext uri="{FF2B5EF4-FFF2-40B4-BE49-F238E27FC236}">
                <a16:creationId xmlns:a16="http://schemas.microsoft.com/office/drawing/2014/main" id="{96EAA45D-80FC-4DF6-AC23-808A2DB73D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3779" y="6227967"/>
            <a:ext cx="3308149" cy="312822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95E95A4E-A14D-4872-961D-4BFE57914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29673" y="6227967"/>
            <a:ext cx="3308149" cy="312822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argomento</a:t>
            </a:r>
            <a:endParaRPr lang="en-US" noProof="0"/>
          </a:p>
          <a:p>
            <a:pPr lvl="0"/>
            <a:endParaRPr lang="en-US" noProof="0"/>
          </a:p>
        </p:txBody>
      </p:sp>
      <p:sp>
        <p:nvSpPr>
          <p:cNvPr id="3" name="Rettangolo 128">
            <a:extLst>
              <a:ext uri="{FF2B5EF4-FFF2-40B4-BE49-F238E27FC236}">
                <a16:creationId xmlns:a16="http://schemas.microsoft.com/office/drawing/2014/main" id="{8BD3294E-B4BC-5E79-1948-C247C1096D9D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EB5586-4706-2B55-2994-A5124497D3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15" name="CuadroTexto 5">
            <a:extLst>
              <a:ext uri="{FF2B5EF4-FFF2-40B4-BE49-F238E27FC236}">
                <a16:creationId xmlns:a16="http://schemas.microsoft.com/office/drawing/2014/main" id="{B8E6E7A9-136C-9F3B-E078-35DFB60745C4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231207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5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2746783" y="1904438"/>
            <a:ext cx="18145450" cy="19051128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noProof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45" y="2363855"/>
            <a:ext cx="15119085" cy="216501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Titolo</a:t>
            </a:r>
            <a:r>
              <a:rPr lang="en-US" noProof="0"/>
              <a:t> del </a:t>
            </a:r>
            <a:r>
              <a:rPr lang="en-US" noProof="0" err="1"/>
              <a:t>divisorio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2363853"/>
            <a:ext cx="2247138" cy="214045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1" y="2363853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1" y="4528867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7138" y="2"/>
            <a:ext cx="0" cy="11832403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38097" y="6602664"/>
            <a:ext cx="5408632" cy="3931708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43170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45" y="2363855"/>
            <a:ext cx="15119085" cy="216501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Titolo</a:t>
            </a:r>
            <a:r>
              <a:rPr lang="en-US" noProof="0"/>
              <a:t> del </a:t>
            </a:r>
            <a:r>
              <a:rPr lang="en-US" noProof="0" err="1"/>
              <a:t>divisorio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2363853"/>
            <a:ext cx="2247138" cy="214045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1" y="2363853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1" y="4528867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7138" y="2"/>
            <a:ext cx="0" cy="11832403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30399" y="6602664"/>
            <a:ext cx="5116331" cy="3931708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8352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45" y="2363855"/>
            <a:ext cx="15119085" cy="2140447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err="1"/>
              <a:t>Titolo</a:t>
            </a:r>
            <a:r>
              <a:rPr lang="en-US" noProof="0"/>
              <a:t> del </a:t>
            </a:r>
            <a:r>
              <a:rPr lang="en-US" noProof="0" err="1"/>
              <a:t>divisorio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2363853"/>
            <a:ext cx="2247138" cy="2140450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1" y="2363853"/>
            <a:ext cx="21332825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1" y="4528867"/>
            <a:ext cx="21332825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7138" y="2"/>
            <a:ext cx="0" cy="11832403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84273" y="6602664"/>
            <a:ext cx="6362456" cy="3931708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93657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2263789" y="-8790816"/>
            <a:ext cx="19049887" cy="18146632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noProof="0">
              <a:latin typeface="Manrope" pitchFamily="2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45" y="7158462"/>
            <a:ext cx="15119085" cy="216501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Chiusura</a:t>
            </a:r>
            <a:r>
              <a:rPr lang="en-US" noProof="0"/>
              <a:t> / </a:t>
            </a:r>
            <a:r>
              <a:rPr lang="en-US" noProof="0" err="1"/>
              <a:t>Ringraziamenti</a:t>
            </a:r>
            <a:endParaRPr lang="en-US" noProof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7158460"/>
            <a:ext cx="2247138" cy="214045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1" y="7158460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1" y="9323473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7138" y="2"/>
            <a:ext cx="0" cy="11832403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1141472" y="9242862"/>
            <a:ext cx="19049887" cy="18146632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noProof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70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7645" y="7158462"/>
            <a:ext cx="15119085" cy="216501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Chiusura</a:t>
            </a:r>
            <a:r>
              <a:rPr lang="en-US" noProof="0"/>
              <a:t> / </a:t>
            </a:r>
            <a:r>
              <a:rPr lang="en-US" noProof="0" err="1"/>
              <a:t>Ringraziamenti</a:t>
            </a:r>
            <a:endParaRPr lang="en-US" noProof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7158460"/>
            <a:ext cx="2247138" cy="214045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1" y="7158460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1" y="9323473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2247138" y="2"/>
            <a:ext cx="0" cy="11832403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16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361" y="491798"/>
            <a:ext cx="15117750" cy="1400138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8" y="3434292"/>
            <a:ext cx="15117750" cy="69627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3" name="Rettangolo 128">
            <a:extLst>
              <a:ext uri="{FF2B5EF4-FFF2-40B4-BE49-F238E27FC236}">
                <a16:creationId xmlns:a16="http://schemas.microsoft.com/office/drawing/2014/main" id="{C9CF57D6-C38C-343B-6266-DD99D7CEB07C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3C9F2B0-C0D9-65BA-B506-63CEA2F41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1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46791"/>
            <a:ext cx="20160631" cy="1400138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9" y="3434294"/>
            <a:ext cx="9326310" cy="7381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23360" y="3434294"/>
            <a:ext cx="9326310" cy="738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8397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46791"/>
            <a:ext cx="20160631" cy="1400138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27645" y="3434294"/>
            <a:ext cx="15119083" cy="7381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6100" y="3434294"/>
            <a:ext cx="4552241" cy="7381875"/>
          </a:xfrm>
        </p:spPr>
        <p:txBody>
          <a:bodyPr/>
          <a:lstStyle>
            <a:lvl1pPr marL="342900" indent="-342900">
              <a:buAutoNum type="arabicPeriod"/>
              <a:defRPr b="1"/>
            </a:lvl1pPr>
          </a:lstStyle>
          <a:p>
            <a:pPr lvl="0"/>
            <a:r>
              <a:rPr lang="en-US" noProof="0"/>
              <a:t>Lorem ipsum</a:t>
            </a:r>
          </a:p>
          <a:p>
            <a:pPr lvl="0"/>
            <a:r>
              <a:rPr lang="en-US" noProof="0"/>
              <a:t>Lorem ipsum</a:t>
            </a:r>
          </a:p>
          <a:p>
            <a:pPr lvl="0"/>
            <a:r>
              <a:rPr lang="en-US" noProof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19781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54421"/>
            <a:ext cx="20160631" cy="1400138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00" y="3434293"/>
            <a:ext cx="20160631" cy="6910917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097" y="10345211"/>
            <a:ext cx="20160632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82295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1" y="0"/>
            <a:ext cx="4997104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100" y="1346791"/>
            <a:ext cx="3785891" cy="140013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err="1"/>
              <a:t>Inserire</a:t>
            </a:r>
            <a:r>
              <a:rPr lang="en-US" noProof="0"/>
              <a:t> </a:t>
            </a:r>
            <a:r>
              <a:rPr lang="en-US" noProof="0" err="1"/>
              <a:t>titolo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8" y="3434292"/>
            <a:ext cx="3786020" cy="634610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27645" y="3434293"/>
            <a:ext cx="15119085" cy="634610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18" name="Rettangolo 128">
            <a:extLst>
              <a:ext uri="{FF2B5EF4-FFF2-40B4-BE49-F238E27FC236}">
                <a16:creationId xmlns:a16="http://schemas.microsoft.com/office/drawing/2014/main" id="{8290BDBB-0510-E779-3408-447E87960FBA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E89F066-0946-2463-1466-6B6DA5C34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59CAFA36-AA27-8206-4549-C3A4BD15755E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2275446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1" y="0"/>
            <a:ext cx="4997104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100" y="1346791"/>
            <a:ext cx="3785891" cy="140013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err="1"/>
              <a:t>Inserire</a:t>
            </a:r>
            <a:r>
              <a:rPr lang="en-US" noProof="0"/>
              <a:t> </a:t>
            </a:r>
            <a:r>
              <a:rPr lang="en-US" noProof="0" err="1"/>
              <a:t>titolo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8" y="3434294"/>
            <a:ext cx="3786020" cy="738187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27645" y="3434293"/>
            <a:ext cx="15119083" cy="6662208"/>
          </a:xfrm>
          <a:noFill/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27645" y="10345211"/>
            <a:ext cx="9155337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32811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54421"/>
            <a:ext cx="20160631" cy="1400138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6100" y="3434293"/>
            <a:ext cx="20160631" cy="6910917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err="1"/>
              <a:t>Inserire</a:t>
            </a:r>
            <a:r>
              <a:rPr lang="en-US" noProof="0"/>
              <a:t> testo / </a:t>
            </a:r>
            <a:r>
              <a:rPr lang="en-US" noProof="0" err="1"/>
              <a:t>oggetto</a:t>
            </a:r>
            <a:endParaRPr lang="en-US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097" y="10345211"/>
            <a:ext cx="9155337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60265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54421"/>
            <a:ext cx="20160631" cy="1400138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6100" y="3434293"/>
            <a:ext cx="20160631" cy="6910917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err="1"/>
              <a:t>Inserire</a:t>
            </a:r>
            <a:r>
              <a:rPr lang="en-US" noProof="0"/>
              <a:t> testo / </a:t>
            </a:r>
            <a:r>
              <a:rPr lang="en-US" noProof="0" err="1"/>
              <a:t>oggetto</a:t>
            </a:r>
            <a:endParaRPr lang="en-US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9" name="Rettangolo 128">
            <a:extLst>
              <a:ext uri="{FF2B5EF4-FFF2-40B4-BE49-F238E27FC236}">
                <a16:creationId xmlns:a16="http://schemas.microsoft.com/office/drawing/2014/main" id="{4A53DB5B-5F46-634C-7765-6B7FA6A72A77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C796142-91CA-C618-9211-2D63F3306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DE51E99A-42B5-F15A-46AB-A77C06B73CFA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4082276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09063" y="0"/>
            <a:ext cx="11323762" cy="10816167"/>
          </a:xfrm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100" y="1354421"/>
            <a:ext cx="8233046" cy="1400138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lo stile del </a:t>
            </a: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099" y="3434294"/>
            <a:ext cx="8233048" cy="738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08692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1" y="0"/>
            <a:ext cx="4997104" cy="11430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50480" y="1354420"/>
            <a:ext cx="7620436" cy="9461747"/>
          </a:xfrm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0067" y="1354421"/>
            <a:ext cx="10536662" cy="1400138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lo stile del </a:t>
            </a: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0067" y="3434294"/>
            <a:ext cx="10536662" cy="738187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testo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livello</a:t>
            </a:r>
            <a:endParaRPr lang="en-US" noProof="0"/>
          </a:p>
        </p:txBody>
      </p:sp>
      <p:sp>
        <p:nvSpPr>
          <p:cNvPr id="3" name="Rettangolo 128">
            <a:extLst>
              <a:ext uri="{FF2B5EF4-FFF2-40B4-BE49-F238E27FC236}">
                <a16:creationId xmlns:a16="http://schemas.microsoft.com/office/drawing/2014/main" id="{82EE5D95-5763-97AA-8482-DC94A7DF2FF5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04360C-9027-58C7-4074-C50561207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12" name="CuadroTexto 5">
            <a:extLst>
              <a:ext uri="{FF2B5EF4-FFF2-40B4-BE49-F238E27FC236}">
                <a16:creationId xmlns:a16="http://schemas.microsoft.com/office/drawing/2014/main" id="{AB0E9535-3B22-E1F4-5E95-771D324C6774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3449408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098" y="1354421"/>
            <a:ext cx="10708406" cy="1400138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lo stile del </a:t>
            </a: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6098" y="3434294"/>
            <a:ext cx="10708406" cy="7381875"/>
          </a:xfrm>
        </p:spPr>
        <p:txBody>
          <a:bodyPr/>
          <a:lstStyle/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testo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livello</a:t>
            </a:r>
            <a:endParaRPr lang="en-US" noProof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27472" y="10345211"/>
            <a:ext cx="7919257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2827474" y="1333503"/>
            <a:ext cx="7919257" cy="9011708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" name="Rettangolo 128">
            <a:extLst>
              <a:ext uri="{FF2B5EF4-FFF2-40B4-BE49-F238E27FC236}">
                <a16:creationId xmlns:a16="http://schemas.microsoft.com/office/drawing/2014/main" id="{01973E8B-6047-A9EB-330A-8C016B8AF199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3424C8-989B-7D9C-560D-DB3639479C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10" name="CuadroTexto 5">
            <a:extLst>
              <a:ext uri="{FF2B5EF4-FFF2-40B4-BE49-F238E27FC236}">
                <a16:creationId xmlns:a16="http://schemas.microsoft.com/office/drawing/2014/main" id="{7D3CE99C-90FF-0C2F-5155-B63CC4595C7D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2660766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096" y="1354421"/>
            <a:ext cx="10708406" cy="1400138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lo stile del </a:t>
            </a:r>
            <a:r>
              <a:rPr lang="en-US" noProof="0" err="1"/>
              <a:t>titolo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6098" y="3434294"/>
            <a:ext cx="10708406" cy="7381875"/>
          </a:xfrm>
        </p:spPr>
        <p:txBody>
          <a:bodyPr/>
          <a:lstStyle/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testo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livello</a:t>
            </a:r>
            <a:endParaRPr lang="en-US" noProof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27472" y="10345211"/>
            <a:ext cx="7919257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827472" y="5230178"/>
            <a:ext cx="7919257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2827474" y="6446345"/>
            <a:ext cx="7919257" cy="3898863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2827474" y="1332152"/>
            <a:ext cx="7919257" cy="3898863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3334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46791"/>
            <a:ext cx="15117750" cy="1400138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098" y="3434294"/>
            <a:ext cx="15117750" cy="126959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99" y="5391253"/>
            <a:ext cx="9490586" cy="4953957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097" y="10345211"/>
            <a:ext cx="9490586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1308919" y="5391253"/>
            <a:ext cx="9490586" cy="4953957"/>
          </a:xfrm>
          <a:noFill/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08918" y="10345211"/>
            <a:ext cx="9490586" cy="470958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13421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10666413" y="0"/>
            <a:ext cx="0" cy="11430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551917" y="1181881"/>
            <a:ext cx="10114497" cy="9634288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313FBE5-F1C4-4411-B0A7-486C895AF990}"/>
              </a:ext>
            </a:extLst>
          </p:cNvPr>
          <p:cNvSpPr/>
          <p:nvPr userDrawn="1"/>
        </p:nvSpPr>
        <p:spPr>
          <a:xfrm>
            <a:off x="10666415" y="1181881"/>
            <a:ext cx="10114497" cy="9634288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3271" y="4811732"/>
            <a:ext cx="5950112" cy="351033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37740" y="4811732"/>
            <a:ext cx="5950112" cy="351033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 noProof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272" y="3733274"/>
            <a:ext cx="5949858" cy="735542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37741" y="3733274"/>
            <a:ext cx="5949858" cy="735542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257087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4937" y="4811732"/>
            <a:ext cx="5425778" cy="600443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977" y="3733274"/>
            <a:ext cx="5425778" cy="735542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7308197" y="0"/>
            <a:ext cx="0" cy="11430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551913" y="4395531"/>
            <a:ext cx="6730519" cy="6410972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4D0C32-E3D9-4D1A-A1D4-7F677E11FBAC}"/>
              </a:ext>
            </a:extLst>
          </p:cNvPr>
          <p:cNvSpPr/>
          <p:nvPr userDrawn="1"/>
        </p:nvSpPr>
        <p:spPr>
          <a:xfrm>
            <a:off x="14028514" y="4395531"/>
            <a:ext cx="6730519" cy="6410972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0D1A14F-932F-4BEF-AF0D-4A0850EA5900}"/>
              </a:ext>
            </a:extLst>
          </p:cNvPr>
          <p:cNvSpPr/>
          <p:nvPr userDrawn="1"/>
        </p:nvSpPr>
        <p:spPr>
          <a:xfrm>
            <a:off x="7305597" y="4395531"/>
            <a:ext cx="6730519" cy="6410972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5274AF-A160-4234-871A-D8C5B0DF011E}"/>
              </a:ext>
            </a:extLst>
          </p:cNvPr>
          <p:cNvCxnSpPr>
            <a:cxnSpLocks/>
          </p:cNvCxnSpPr>
          <p:nvPr userDrawn="1"/>
        </p:nvCxnSpPr>
        <p:spPr>
          <a:xfrm>
            <a:off x="14046498" y="0"/>
            <a:ext cx="0" cy="11430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64001" y="4811732"/>
            <a:ext cx="5425778" cy="600443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64041" y="3733274"/>
            <a:ext cx="5425778" cy="735542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656149" y="4811732"/>
            <a:ext cx="5425778" cy="600443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56190" y="3733274"/>
            <a:ext cx="5425778" cy="735542"/>
          </a:xfrm>
        </p:spPr>
        <p:txBody>
          <a:bodyPr anchor="b">
            <a:normAutofit/>
          </a:bodyPr>
          <a:lstStyle>
            <a:lvl1pPr>
              <a:defRPr sz="16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945122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4939" y="4811732"/>
            <a:ext cx="4380685" cy="600443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977" y="3733274"/>
            <a:ext cx="4380498" cy="735542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10666413" y="-40914"/>
            <a:ext cx="0" cy="11470915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594058" y="5907176"/>
            <a:ext cx="5020449" cy="490899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5627644" y="-40914"/>
            <a:ext cx="0" cy="11470915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EF945E3-FEE2-40A3-82CD-7811BFD88746}"/>
              </a:ext>
            </a:extLst>
          </p:cNvPr>
          <p:cNvCxnSpPr>
            <a:cxnSpLocks/>
          </p:cNvCxnSpPr>
          <p:nvPr userDrawn="1"/>
        </p:nvCxnSpPr>
        <p:spPr>
          <a:xfrm>
            <a:off x="15694819" y="-40914"/>
            <a:ext cx="0" cy="11470915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5974594" y="4811732"/>
            <a:ext cx="4380685" cy="600443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974633" y="3733274"/>
            <a:ext cx="4380498" cy="735542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0936275" y="4811732"/>
            <a:ext cx="4380685" cy="600443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0936313" y="3733274"/>
            <a:ext cx="4380498" cy="735542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16023795" y="4811732"/>
            <a:ext cx="4380685" cy="600443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noProof="0"/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6023833" y="3733274"/>
            <a:ext cx="4380498" cy="735542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 noProof="0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5640091" y="5907176"/>
            <a:ext cx="5020449" cy="490899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10655356" y="5907176"/>
            <a:ext cx="5020449" cy="490899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15686004" y="5907176"/>
            <a:ext cx="5020449" cy="4908995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/>
          </a:p>
        </p:txBody>
      </p:sp>
      <p:sp>
        <p:nvSpPr>
          <p:cNvPr id="6" name="Rettangolo 128">
            <a:extLst>
              <a:ext uri="{FF2B5EF4-FFF2-40B4-BE49-F238E27FC236}">
                <a16:creationId xmlns:a16="http://schemas.microsoft.com/office/drawing/2014/main" id="{539BC2B6-6A3B-A406-177D-42B54756F798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7051E85-AD1E-BE2C-80D4-585F3D82E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9" name="CuadroTexto 5">
            <a:extLst>
              <a:ext uri="{FF2B5EF4-FFF2-40B4-BE49-F238E27FC236}">
                <a16:creationId xmlns:a16="http://schemas.microsoft.com/office/drawing/2014/main" id="{6EF5F196-0D86-BB17-83EB-C06F1359F002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2708999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100" y="2208944"/>
            <a:ext cx="20160631" cy="7037798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en-US" noProof="0" err="1"/>
              <a:t>Inserire</a:t>
            </a:r>
            <a:r>
              <a:rPr lang="en-US" noProof="0"/>
              <a:t> testo in </a:t>
            </a:r>
            <a:r>
              <a:rPr lang="en-US" noProof="0" err="1"/>
              <a:t>evidenza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2391484" y="2208944"/>
            <a:ext cx="7388589" cy="7037798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1" y="2208943"/>
            <a:ext cx="21332825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1" y="9246742"/>
            <a:ext cx="21332825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128">
            <a:extLst>
              <a:ext uri="{FF2B5EF4-FFF2-40B4-BE49-F238E27FC236}">
                <a16:creationId xmlns:a16="http://schemas.microsoft.com/office/drawing/2014/main" id="{A3CF245D-40E2-212C-477C-30B153D535A6}"/>
              </a:ext>
            </a:extLst>
          </p:cNvPr>
          <p:cNvSpPr/>
          <p:nvPr userDrawn="1"/>
        </p:nvSpPr>
        <p:spPr>
          <a:xfrm>
            <a:off x="1" y="10919591"/>
            <a:ext cx="21332825" cy="512962"/>
          </a:xfrm>
          <a:prstGeom prst="rect">
            <a:avLst/>
          </a:prstGeom>
          <a:solidFill>
            <a:srgbClr val="10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00617E-7A59-0C24-DFD1-EA7C10540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0636" y="11071068"/>
            <a:ext cx="3980012" cy="210000"/>
          </a:xfrm>
          <a:prstGeom prst="rect">
            <a:avLst/>
          </a:prstGeom>
        </p:spPr>
      </p:pic>
      <p:sp>
        <p:nvSpPr>
          <p:cNvPr id="11" name="CuadroTexto 5">
            <a:extLst>
              <a:ext uri="{FF2B5EF4-FFF2-40B4-BE49-F238E27FC236}">
                <a16:creationId xmlns:a16="http://schemas.microsoft.com/office/drawing/2014/main" id="{0736905D-B8DA-32AC-8D64-A44CB5490F57}"/>
              </a:ext>
            </a:extLst>
          </p:cNvPr>
          <p:cNvSpPr txBox="1"/>
          <p:nvPr userDrawn="1"/>
        </p:nvSpPr>
        <p:spPr>
          <a:xfrm>
            <a:off x="488161" y="10919591"/>
            <a:ext cx="15106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solidFill>
                  <a:schemeClr val="bg1"/>
                </a:solidFill>
                <a:latin typeface="Manrope SemiBold" pitchFamily="2" charset="0"/>
              </a:rPr>
              <a:t>Stefano Marchetti </a:t>
            </a:r>
            <a:r>
              <a:rPr lang="en-GB" sz="1400">
                <a:solidFill>
                  <a:schemeClr val="bg1"/>
                </a:solidFill>
                <a:latin typeface="Manrope Light" pitchFamily="2" charset="0"/>
              </a:rPr>
              <a:t>PhD Student</a:t>
            </a:r>
          </a:p>
        </p:txBody>
      </p:sp>
    </p:spTree>
    <p:extLst>
      <p:ext uri="{BB962C8B-B14F-4D97-AF65-F5344CB8AC3E}">
        <p14:creationId xmlns:p14="http://schemas.microsoft.com/office/powerpoint/2010/main" val="1951489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6401" y="2959398"/>
            <a:ext cx="18660019" cy="3863160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Inserire</a:t>
            </a:r>
            <a:r>
              <a:rPr lang="en-US" noProof="0"/>
              <a:t> testo in </a:t>
            </a:r>
            <a:r>
              <a:rPr lang="en-US" noProof="0" err="1"/>
              <a:t>evidenza</a:t>
            </a:r>
            <a:endParaRPr lang="en-US" noProof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06/11/2024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Advanced Measurements Project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5657123" y="1263244"/>
            <a:ext cx="10018580" cy="9542925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1" y="1216572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1" y="10806183"/>
            <a:ext cx="21332825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6081" y="7561386"/>
            <a:ext cx="18660666" cy="100317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14708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-5275" y="-28572"/>
            <a:ext cx="21356597" cy="11458578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5275" y="0"/>
            <a:ext cx="21356597" cy="11430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015590" y="3301658"/>
            <a:ext cx="19051128" cy="1814545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900" noProof="0">
              <a:latin typeface="Manrope" pitchFamily="2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1" y="3301657"/>
            <a:ext cx="21334216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lang="en-US" sz="338" noProof="0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8748852" y="25747"/>
            <a:ext cx="0" cy="11378513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lang="en-US" sz="338" noProof="0">
              <a:latin typeface="Manrope" pitchFamily="2" charset="0"/>
            </a:endParaRP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53" y="2559384"/>
            <a:ext cx="17006676" cy="3513785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err="1"/>
              <a:t>Inserire</a:t>
            </a:r>
            <a:r>
              <a:rPr lang="en-US" noProof="0"/>
              <a:t> </a:t>
            </a:r>
            <a:r>
              <a:rPr lang="en-US" noProof="0" err="1"/>
              <a:t>titolo</a:t>
            </a:r>
            <a:br>
              <a:rPr lang="en-US" noProof="0"/>
            </a:br>
            <a:r>
              <a:rPr lang="en-US" noProof="0" err="1"/>
              <a:t>Presentazione</a:t>
            </a:r>
            <a:endParaRPr lang="en-US" noProof="0"/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1087" y="1643583"/>
            <a:ext cx="8458133" cy="653520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err="1"/>
              <a:t>Sottotitolo</a:t>
            </a:r>
            <a:endParaRPr lang="en-US" noProof="0"/>
          </a:p>
        </p:txBody>
      </p:sp>
      <p:sp>
        <p:nvSpPr>
          <p:cNvPr id="4" name="t">
            <a:extLst>
              <a:ext uri="{FF2B5EF4-FFF2-40B4-BE49-F238E27FC236}">
                <a16:creationId xmlns:a16="http://schemas.microsoft.com/office/drawing/2014/main" id="{71A06A51-D51A-1799-01AC-88E170E0791E}"/>
              </a:ext>
            </a:extLst>
          </p:cNvPr>
          <p:cNvSpPr/>
          <p:nvPr userDrawn="1"/>
        </p:nvSpPr>
        <p:spPr>
          <a:xfrm>
            <a:off x="-24321" y="9816797"/>
            <a:ext cx="21382861" cy="16301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sz="1600" noProof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7" name="Linea">
            <a:extLst>
              <a:ext uri="{FF2B5EF4-FFF2-40B4-BE49-F238E27FC236}">
                <a16:creationId xmlns:a16="http://schemas.microsoft.com/office/drawing/2014/main" id="{DD8036B9-5CFC-9E68-985A-3A07B7A2DC34}"/>
              </a:ext>
            </a:extLst>
          </p:cNvPr>
          <p:cNvSpPr/>
          <p:nvPr/>
        </p:nvSpPr>
        <p:spPr>
          <a:xfrm flipV="1">
            <a:off x="6678088" y="10190860"/>
            <a:ext cx="0" cy="882000"/>
          </a:xfrm>
          <a:prstGeom prst="line">
            <a:avLst/>
          </a:prstGeom>
          <a:noFill/>
          <a:ln w="9525" cap="flat">
            <a:solidFill>
              <a:srgbClr val="102C53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lang="en-US" sz="338" noProof="0">
              <a:latin typeface="Manrope" pitchFamily="2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B183F0BC-D9D6-50BD-BDA7-3DC1068EAA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61" y="10214860"/>
            <a:ext cx="5053727" cy="834000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9EA075B-D9DE-8A0C-838F-9D2DC0C42D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669" y="10214863"/>
            <a:ext cx="2283550" cy="8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00" y="1346791"/>
            <a:ext cx="20160631" cy="14001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100" y="3434294"/>
            <a:ext cx="20160631" cy="7381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testo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0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0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0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0"/>
            <a:r>
              <a:rPr lang="en-US" noProof="0"/>
              <a:t>Quinto </a:t>
            </a:r>
            <a:r>
              <a:rPr lang="en-US" noProof="0" err="1"/>
              <a:t>livello</a:t>
            </a:r>
            <a:endParaRPr lang="en-US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6100" y="66149"/>
            <a:ext cx="4170151" cy="60854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noProof="0"/>
              <a:t>06/11/2024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27644" y="66149"/>
            <a:ext cx="7199828" cy="60854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noProof="0"/>
              <a:t>Advanced Measurements Project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922625" y="66149"/>
            <a:ext cx="1824104" cy="60854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6852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3069" userDrawn="1">
          <p15:clr>
            <a:srgbClr val="F26B43"/>
          </p15:clr>
        </p15:guide>
        <p15:guide id="2" pos="369" userDrawn="1">
          <p15:clr>
            <a:srgbClr val="F26B43"/>
          </p15:clr>
        </p15:guide>
        <p15:guide id="3" pos="3545" userDrawn="1">
          <p15:clr>
            <a:srgbClr val="F26B43"/>
          </p15:clr>
        </p15:guide>
        <p15:guide id="4" pos="3148" userDrawn="1">
          <p15:clr>
            <a:srgbClr val="F26B43"/>
          </p15:clr>
        </p15:guide>
        <p15:guide id="5" orient="horz" pos="2163" userDrawn="1">
          <p15:clr>
            <a:srgbClr val="F26B43"/>
          </p15:clr>
        </p15:guide>
        <p15:guide id="6" orient="horz" pos="6813" userDrawn="1">
          <p15:clr>
            <a:srgbClr val="F26B43"/>
          </p15:clr>
        </p15:guide>
        <p15:guide id="7" orient="horz" pos="425" userDrawn="1">
          <p15:clr>
            <a:srgbClr val="F26B43"/>
          </p15:clr>
        </p15:guide>
        <p15:guide id="8" orient="horz" pos="1635" userDrawn="1">
          <p15:clr>
            <a:srgbClr val="F26B43"/>
          </p15:clr>
        </p15:guide>
        <p15:guide id="9" orient="horz" pos="840" userDrawn="1">
          <p15:clr>
            <a:srgbClr val="F26B43"/>
          </p15:clr>
        </p15:guide>
        <p15:guide id="10" pos="67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894A7-93B5-ECB3-8E76-3F6CCFFC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  <a:latin typeface="Manrope"/>
              </a:rPr>
              <a:pPr/>
              <a:t>1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73FB8-E548-F3D9-730F-4FBCDF8DD07F}"/>
              </a:ext>
            </a:extLst>
          </p:cNvPr>
          <p:cNvSpPr/>
          <p:nvPr/>
        </p:nvSpPr>
        <p:spPr>
          <a:xfrm>
            <a:off x="6860862" y="369672"/>
            <a:ext cx="2095500" cy="80962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Manrope"/>
              </a:rPr>
              <a:t>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AB2C9A-659E-A5BD-E47D-A273DFCB8EC7}"/>
              </a:ext>
            </a:extLst>
          </p:cNvPr>
          <p:cNvSpPr/>
          <p:nvPr/>
        </p:nvSpPr>
        <p:spPr>
          <a:xfrm>
            <a:off x="12250326" y="318990"/>
            <a:ext cx="2095500" cy="8096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Manrope"/>
              </a:rPr>
              <a:t>PGA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BD6AA6-FA45-47DB-B951-56007DB17DB7}"/>
              </a:ext>
            </a:extLst>
          </p:cNvPr>
          <p:cNvSpPr/>
          <p:nvPr/>
        </p:nvSpPr>
        <p:spPr>
          <a:xfrm>
            <a:off x="1109639" y="261900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LOCA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7BB6B7-F751-ACE7-A604-31C1CB5C8381}"/>
              </a:ext>
            </a:extLst>
          </p:cNvPr>
          <p:cNvSpPr/>
          <p:nvPr/>
        </p:nvSpPr>
        <p:spPr>
          <a:xfrm>
            <a:off x="13117101" y="3338914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ACS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C172CE-6738-979B-C8DC-0EFD8E871301}"/>
              </a:ext>
            </a:extLst>
          </p:cNvPr>
          <p:cNvSpPr/>
          <p:nvPr/>
        </p:nvSpPr>
        <p:spPr>
          <a:xfrm>
            <a:off x="15517480" y="3330369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EDG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8DCA44-EB80-C123-150B-ED9A712E963D}"/>
              </a:ext>
            </a:extLst>
          </p:cNvPr>
          <p:cNvSpPr/>
          <p:nvPr/>
        </p:nvSpPr>
        <p:spPr>
          <a:xfrm>
            <a:off x="18365603" y="2698397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PDP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9DDE87-C9FA-1015-5012-94A24904D59F}"/>
              </a:ext>
            </a:extLst>
          </p:cNvPr>
          <p:cNvSpPr/>
          <p:nvPr/>
        </p:nvSpPr>
        <p:spPr>
          <a:xfrm>
            <a:off x="2656307" y="261900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LOOP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93EA5C-80C9-FB7E-AFEA-0A10D31B6690}"/>
              </a:ext>
            </a:extLst>
          </p:cNvPr>
          <p:cNvSpPr/>
          <p:nvPr/>
        </p:nvSpPr>
        <p:spPr>
          <a:xfrm>
            <a:off x="4402138" y="2618035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MSLB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E00476-3A24-60D0-C9B5-1DA707DF6BFF}"/>
              </a:ext>
            </a:extLst>
          </p:cNvPr>
          <p:cNvSpPr/>
          <p:nvPr/>
        </p:nvSpPr>
        <p:spPr>
          <a:xfrm>
            <a:off x="6122761" y="3825920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LHS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EDA167A-46E4-F303-19C9-10A45808CEE3}"/>
              </a:ext>
            </a:extLst>
          </p:cNvPr>
          <p:cNvSpPr/>
          <p:nvPr/>
        </p:nvSpPr>
        <p:spPr>
          <a:xfrm>
            <a:off x="8234481" y="2603690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SOEC failure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D5C315-E67C-9650-303A-499879686275}"/>
              </a:ext>
            </a:extLst>
          </p:cNvPr>
          <p:cNvSpPr/>
          <p:nvPr/>
        </p:nvSpPr>
        <p:spPr>
          <a:xfrm>
            <a:off x="9098105" y="8935611"/>
            <a:ext cx="3136613" cy="135053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FFFF"/>
                </a:solidFill>
                <a:latin typeface="Manrope"/>
              </a:rPr>
              <a:t>Reactor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19A3AB-35DB-8102-BE04-9860920FB18A}"/>
              </a:ext>
            </a:extLst>
          </p:cNvPr>
          <p:cNvSpPr/>
          <p:nvPr/>
        </p:nvSpPr>
        <p:spPr>
          <a:xfrm>
            <a:off x="12631416" y="4244441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ACS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7A0B23-988B-3124-5708-CC1EC9EDE403}"/>
              </a:ext>
            </a:extLst>
          </p:cNvPr>
          <p:cNvSpPr/>
          <p:nvPr/>
        </p:nvSpPr>
        <p:spPr>
          <a:xfrm>
            <a:off x="13848236" y="4237914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ACS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8777D6-9EB2-3BC9-4CE1-33361B095C9E}"/>
              </a:ext>
            </a:extLst>
          </p:cNvPr>
          <p:cNvSpPr/>
          <p:nvPr/>
        </p:nvSpPr>
        <p:spPr>
          <a:xfrm>
            <a:off x="14954201" y="4259173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EDG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EDCA40-B282-433D-CE0E-9072795FC1AD}"/>
              </a:ext>
            </a:extLst>
          </p:cNvPr>
          <p:cNvSpPr/>
          <p:nvPr/>
        </p:nvSpPr>
        <p:spPr>
          <a:xfrm>
            <a:off x="16369598" y="4302264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EDG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1D3FBE-4C89-85CA-0026-27FB3A265E09}"/>
              </a:ext>
            </a:extLst>
          </p:cNvPr>
          <p:cNvSpPr/>
          <p:nvPr/>
        </p:nvSpPr>
        <p:spPr>
          <a:xfrm>
            <a:off x="17775357" y="4209336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PDP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83311F-1400-3DA9-72B7-2756D57F5677}"/>
              </a:ext>
            </a:extLst>
          </p:cNvPr>
          <p:cNvSpPr/>
          <p:nvPr/>
        </p:nvSpPr>
        <p:spPr>
          <a:xfrm>
            <a:off x="19441196" y="4213323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PDP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61590A-00B6-473D-6385-C7CB88E5B182}"/>
              </a:ext>
            </a:extLst>
          </p:cNvPr>
          <p:cNvCxnSpPr>
            <a:stCxn id="8" idx="4"/>
            <a:endCxn id="16" idx="0"/>
          </p:cNvCxnSpPr>
          <p:nvPr/>
        </p:nvCxnSpPr>
        <p:spPr>
          <a:xfrm flipH="1">
            <a:off x="13083853" y="3980264"/>
            <a:ext cx="647610" cy="264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EFB25C-0E13-F358-65CA-4C424E437F3F}"/>
              </a:ext>
            </a:extLst>
          </p:cNvPr>
          <p:cNvCxnSpPr>
            <a:cxnSpLocks/>
            <a:stCxn id="8" idx="4"/>
            <a:endCxn id="17" idx="0"/>
          </p:cNvCxnSpPr>
          <p:nvPr/>
        </p:nvCxnSpPr>
        <p:spPr>
          <a:xfrm>
            <a:off x="13731463" y="3980265"/>
            <a:ext cx="569210" cy="2576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B2ED7F-3A44-BD57-9599-370DCACA5406}"/>
              </a:ext>
            </a:extLst>
          </p:cNvPr>
          <p:cNvCxnSpPr>
            <a:cxnSpLocks/>
            <a:stCxn id="9" idx="4"/>
            <a:endCxn id="18" idx="0"/>
          </p:cNvCxnSpPr>
          <p:nvPr/>
        </p:nvCxnSpPr>
        <p:spPr>
          <a:xfrm flipH="1">
            <a:off x="15406638" y="3971720"/>
            <a:ext cx="725204" cy="2874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C9244D-ECE4-DDAF-AFA3-E1EE01622137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>
            <a:off x="16131843" y="3971719"/>
            <a:ext cx="690193" cy="3305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C2FBBB-449B-8504-FDA6-D2E93A5D23DA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>
          <a:xfrm flipH="1">
            <a:off x="18227795" y="3339747"/>
            <a:ext cx="752171" cy="8695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A6BDC0-25F9-B331-A40E-DE04A12EE497}"/>
              </a:ext>
            </a:extLst>
          </p:cNvPr>
          <p:cNvCxnSpPr>
            <a:cxnSpLocks/>
            <a:stCxn id="10" idx="4"/>
            <a:endCxn id="21" idx="0"/>
          </p:cNvCxnSpPr>
          <p:nvPr/>
        </p:nvCxnSpPr>
        <p:spPr>
          <a:xfrm>
            <a:off x="18979965" y="3339748"/>
            <a:ext cx="913668" cy="8735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0283F75-A6CF-477A-2CC1-2291F8A25CD3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298076" y="1128615"/>
            <a:ext cx="433388" cy="22102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F3DC8BE-D39E-FD7D-B95D-BB3732ED413C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14038947" y="1010048"/>
            <a:ext cx="4941019" cy="16883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9304DF-9DDB-CD27-C339-3B179981C0D1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4038947" y="1010048"/>
            <a:ext cx="2092896" cy="23203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96167F-9A6E-F8E5-2AB5-E80EA8902562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8649483" y="1060730"/>
            <a:ext cx="5081981" cy="22781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E7AE253-799B-7FC7-5287-478402E14ABC}"/>
              </a:ext>
            </a:extLst>
          </p:cNvPr>
          <p:cNvCxnSpPr>
            <a:cxnSpLocks/>
            <a:stCxn id="5" idx="5"/>
            <a:endCxn id="9" idx="0"/>
          </p:cNvCxnSpPr>
          <p:nvPr/>
        </p:nvCxnSpPr>
        <p:spPr>
          <a:xfrm>
            <a:off x="8649483" y="1060730"/>
            <a:ext cx="7482360" cy="22696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7E0E35A-F113-385E-A2B2-B40EFDF43540}"/>
              </a:ext>
            </a:extLst>
          </p:cNvPr>
          <p:cNvCxnSpPr>
            <a:cxnSpLocks/>
            <a:stCxn id="5" idx="5"/>
            <a:endCxn id="10" idx="0"/>
          </p:cNvCxnSpPr>
          <p:nvPr/>
        </p:nvCxnSpPr>
        <p:spPr>
          <a:xfrm>
            <a:off x="8649483" y="1060730"/>
            <a:ext cx="10330483" cy="16376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821E6E1-076B-1B06-39E2-8722E744B762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 flipH="1">
            <a:off x="10666412" y="4857214"/>
            <a:ext cx="2417442" cy="4078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01C3E80-0A05-5F06-2374-2F1F792D13AF}"/>
              </a:ext>
            </a:extLst>
          </p:cNvPr>
          <p:cNvCxnSpPr>
            <a:cxnSpLocks/>
            <a:stCxn id="17" idx="4"/>
            <a:endCxn id="15" idx="0"/>
          </p:cNvCxnSpPr>
          <p:nvPr/>
        </p:nvCxnSpPr>
        <p:spPr>
          <a:xfrm flipH="1">
            <a:off x="10666412" y="4850687"/>
            <a:ext cx="3634261" cy="40849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9686759-653E-2B07-D0DB-1931BAF8B45D}"/>
              </a:ext>
            </a:extLst>
          </p:cNvPr>
          <p:cNvCxnSpPr>
            <a:cxnSpLocks/>
            <a:stCxn id="18" idx="4"/>
            <a:endCxn id="15" idx="0"/>
          </p:cNvCxnSpPr>
          <p:nvPr/>
        </p:nvCxnSpPr>
        <p:spPr>
          <a:xfrm flipH="1">
            <a:off x="10666412" y="4871946"/>
            <a:ext cx="4740227" cy="4063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65ECA8F-7D9C-D12E-BD0B-E2F96FD9B6AD}"/>
              </a:ext>
            </a:extLst>
          </p:cNvPr>
          <p:cNvCxnSpPr>
            <a:cxnSpLocks/>
            <a:stCxn id="19" idx="4"/>
            <a:endCxn id="15" idx="0"/>
          </p:cNvCxnSpPr>
          <p:nvPr/>
        </p:nvCxnSpPr>
        <p:spPr>
          <a:xfrm flipH="1">
            <a:off x="10666412" y="4915037"/>
            <a:ext cx="6155623" cy="4020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953ABFE-F6F5-CE26-427A-78BAF9F181A5}"/>
              </a:ext>
            </a:extLst>
          </p:cNvPr>
          <p:cNvCxnSpPr>
            <a:cxnSpLocks/>
            <a:stCxn id="20" idx="4"/>
            <a:endCxn id="15" idx="0"/>
          </p:cNvCxnSpPr>
          <p:nvPr/>
        </p:nvCxnSpPr>
        <p:spPr>
          <a:xfrm flipH="1">
            <a:off x="10666412" y="4822109"/>
            <a:ext cx="7561383" cy="41135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580CAE7-2B0D-2E3B-E10D-133FF42E10AD}"/>
              </a:ext>
            </a:extLst>
          </p:cNvPr>
          <p:cNvCxnSpPr>
            <a:cxnSpLocks/>
            <a:stCxn id="21" idx="4"/>
            <a:endCxn id="15" idx="0"/>
          </p:cNvCxnSpPr>
          <p:nvPr/>
        </p:nvCxnSpPr>
        <p:spPr>
          <a:xfrm flipH="1">
            <a:off x="10666412" y="4826096"/>
            <a:ext cx="9227221" cy="41095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005583F-DD67-EFF9-B037-76F0718B0F88}"/>
              </a:ext>
            </a:extLst>
          </p:cNvPr>
          <p:cNvSpPr txBox="1"/>
          <p:nvPr/>
        </p:nvSpPr>
        <p:spPr>
          <a:xfrm>
            <a:off x="171624" y="515867"/>
            <a:ext cx="157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Safety barriers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E206F9-F3C2-A2AD-5DF9-327E5364B611}"/>
              </a:ext>
            </a:extLst>
          </p:cNvPr>
          <p:cNvSpPr txBox="1"/>
          <p:nvPr/>
        </p:nvSpPr>
        <p:spPr>
          <a:xfrm>
            <a:off x="171623" y="150742"/>
            <a:ext cx="229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Accidents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F3936D0-A5B8-FBCB-827C-CE4C2FBEC558}"/>
              </a:ext>
            </a:extLst>
          </p:cNvPr>
          <p:cNvSpPr txBox="1"/>
          <p:nvPr/>
        </p:nvSpPr>
        <p:spPr>
          <a:xfrm>
            <a:off x="171623" y="958262"/>
            <a:ext cx="180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Initiating event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C77E7F-6AE5-6D4D-D857-919C2EE112A1}"/>
              </a:ext>
            </a:extLst>
          </p:cNvPr>
          <p:cNvSpPr txBox="1"/>
          <p:nvPr/>
        </p:nvSpPr>
        <p:spPr>
          <a:xfrm>
            <a:off x="171623" y="1389845"/>
            <a:ext cx="180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Other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7A592FF-588C-33D2-3DBC-20CC5D12F728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1724002" y="1060730"/>
            <a:ext cx="5443739" cy="15582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B2AA24A-962E-D244-24C3-C63C55756242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724002" y="1010048"/>
            <a:ext cx="10833203" cy="16089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324861D8-CECB-63AA-D999-728FED815C93}"/>
              </a:ext>
            </a:extLst>
          </p:cNvPr>
          <p:cNvSpPr/>
          <p:nvPr/>
        </p:nvSpPr>
        <p:spPr>
          <a:xfrm>
            <a:off x="1324291" y="4305072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LOCA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62F559C-4C22-6B24-FBA5-45C5B55BAF51}"/>
              </a:ext>
            </a:extLst>
          </p:cNvPr>
          <p:cNvCxnSpPr>
            <a:cxnSpLocks/>
            <a:stCxn id="98" idx="5"/>
            <a:endCxn id="15" idx="0"/>
          </p:cNvCxnSpPr>
          <p:nvPr/>
        </p:nvCxnSpPr>
        <p:spPr>
          <a:xfrm>
            <a:off x="2096650" y="4828106"/>
            <a:ext cx="8569762" cy="41075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B19013F-764A-9B0C-8B78-0A8D3974F325}"/>
              </a:ext>
            </a:extLst>
          </p:cNvPr>
          <p:cNvCxnSpPr>
            <a:cxnSpLocks/>
            <a:stCxn id="7" idx="4"/>
            <a:endCxn id="98" idx="0"/>
          </p:cNvCxnSpPr>
          <p:nvPr/>
        </p:nvCxnSpPr>
        <p:spPr>
          <a:xfrm>
            <a:off x="1724002" y="3260359"/>
            <a:ext cx="52727" cy="10447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FFD73798-B07F-FEE6-4DD3-D5FCEBC9E097}"/>
              </a:ext>
            </a:extLst>
          </p:cNvPr>
          <p:cNvSpPr/>
          <p:nvPr/>
        </p:nvSpPr>
        <p:spPr>
          <a:xfrm>
            <a:off x="2811810" y="4293417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LOOP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20480FF-9B4D-67A5-AEDF-29AFBF883A2A}"/>
              </a:ext>
            </a:extLst>
          </p:cNvPr>
          <p:cNvCxnSpPr>
            <a:cxnSpLocks/>
            <a:stCxn id="11" idx="4"/>
            <a:endCxn id="109" idx="0"/>
          </p:cNvCxnSpPr>
          <p:nvPr/>
        </p:nvCxnSpPr>
        <p:spPr>
          <a:xfrm flipH="1">
            <a:off x="3264248" y="3260359"/>
            <a:ext cx="6422" cy="10330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B6C439C-C54A-550F-9FB6-7D6E343C76C9}"/>
              </a:ext>
            </a:extLst>
          </p:cNvPr>
          <p:cNvCxnSpPr>
            <a:cxnSpLocks/>
            <a:stCxn id="109" idx="5"/>
            <a:endCxn id="15" idx="0"/>
          </p:cNvCxnSpPr>
          <p:nvPr/>
        </p:nvCxnSpPr>
        <p:spPr>
          <a:xfrm>
            <a:off x="3584169" y="4816451"/>
            <a:ext cx="7082243" cy="41191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AE659546-5406-DCDF-FD7D-1768EED70664}"/>
              </a:ext>
            </a:extLst>
          </p:cNvPr>
          <p:cNvSpPr/>
          <p:nvPr/>
        </p:nvSpPr>
        <p:spPr>
          <a:xfrm>
            <a:off x="4586820" y="4237031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MSLB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CABADF8-D6F6-A216-76E5-88096BCC0AEE}"/>
              </a:ext>
            </a:extLst>
          </p:cNvPr>
          <p:cNvCxnSpPr>
            <a:cxnSpLocks/>
            <a:stCxn id="12" idx="4"/>
            <a:endCxn id="116" idx="0"/>
          </p:cNvCxnSpPr>
          <p:nvPr/>
        </p:nvCxnSpPr>
        <p:spPr>
          <a:xfrm>
            <a:off x="5016501" y="3259385"/>
            <a:ext cx="22757" cy="9776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A3694BE-DC00-1265-F8A1-BA9D40B06817}"/>
              </a:ext>
            </a:extLst>
          </p:cNvPr>
          <p:cNvCxnSpPr>
            <a:cxnSpLocks/>
            <a:stCxn id="116" idx="5"/>
            <a:endCxn id="15" idx="0"/>
          </p:cNvCxnSpPr>
          <p:nvPr/>
        </p:nvCxnSpPr>
        <p:spPr>
          <a:xfrm>
            <a:off x="5359179" y="4760065"/>
            <a:ext cx="5307233" cy="4175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B5D89D28-E065-1D42-A47B-CA12D51E3906}"/>
              </a:ext>
            </a:extLst>
          </p:cNvPr>
          <p:cNvSpPr/>
          <p:nvPr/>
        </p:nvSpPr>
        <p:spPr>
          <a:xfrm>
            <a:off x="6834701" y="5142728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LHS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2338AE5-C99D-02BC-2956-829B3DDE0EAE}"/>
              </a:ext>
            </a:extLst>
          </p:cNvPr>
          <p:cNvCxnSpPr>
            <a:cxnSpLocks/>
            <a:stCxn id="13" idx="4"/>
            <a:endCxn id="124" idx="0"/>
          </p:cNvCxnSpPr>
          <p:nvPr/>
        </p:nvCxnSpPr>
        <p:spPr>
          <a:xfrm>
            <a:off x="6737124" y="4467270"/>
            <a:ext cx="550015" cy="6754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EC7AF84-0039-19FD-9915-43DB34193F5D}"/>
              </a:ext>
            </a:extLst>
          </p:cNvPr>
          <p:cNvCxnSpPr>
            <a:cxnSpLocks/>
            <a:stCxn id="124" idx="5"/>
            <a:endCxn id="15" idx="0"/>
          </p:cNvCxnSpPr>
          <p:nvPr/>
        </p:nvCxnSpPr>
        <p:spPr>
          <a:xfrm>
            <a:off x="7607060" y="5665762"/>
            <a:ext cx="3059352" cy="32698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67FA98B-D5FD-EC82-D77E-9F9E3189F23A}"/>
              </a:ext>
            </a:extLst>
          </p:cNvPr>
          <p:cNvSpPr txBox="1"/>
          <p:nvPr/>
        </p:nvSpPr>
        <p:spPr>
          <a:xfrm>
            <a:off x="19571113" y="2307193"/>
            <a:ext cx="97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  <a:p>
            <a:r>
              <a:rPr lang="en-US" dirty="0"/>
              <a:t>No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EE1AE9E-516F-3809-88D0-152B295C1945}"/>
              </a:ext>
            </a:extLst>
          </p:cNvPr>
          <p:cNvSpPr txBox="1"/>
          <p:nvPr/>
        </p:nvSpPr>
        <p:spPr>
          <a:xfrm>
            <a:off x="17002488" y="3333934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B8ECBA2-7C3D-19D0-54BD-5F68688C6423}"/>
              </a:ext>
            </a:extLst>
          </p:cNvPr>
          <p:cNvSpPr txBox="1"/>
          <p:nvPr/>
        </p:nvSpPr>
        <p:spPr>
          <a:xfrm>
            <a:off x="19571113" y="3317535"/>
            <a:ext cx="182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U(10,180) if no</a:t>
            </a:r>
          </a:p>
          <a:p>
            <a:r>
              <a:rPr lang="en-US" dirty="0"/>
              <a:t>N(1200,0) if 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833B14E5-F4A7-1D2D-3177-44C5B48ECBE7}"/>
                  </a:ext>
                </a:extLst>
              </p:cNvPr>
              <p:cNvSpPr txBox="1"/>
              <p:nvPr/>
            </p:nvSpPr>
            <p:spPr>
              <a:xfrm>
                <a:off x="2167335" y="3847234"/>
                <a:ext cx="1698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𝐿𝑂𝐶𝐴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833B14E5-F4A7-1D2D-3177-44C5B48EC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35" y="3847234"/>
                <a:ext cx="1698443" cy="369332"/>
              </a:xfrm>
              <a:prstGeom prst="rect">
                <a:avLst/>
              </a:prstGeom>
              <a:blipFill>
                <a:blip r:embed="rId2"/>
                <a:stretch>
                  <a:fillRect l="-29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AE42B12-E685-3EE2-B39D-9BB6DACB2B14}"/>
                  </a:ext>
                </a:extLst>
              </p:cNvPr>
              <p:cNvSpPr txBox="1"/>
              <p:nvPr/>
            </p:nvSpPr>
            <p:spPr>
              <a:xfrm>
                <a:off x="4007114" y="3847234"/>
                <a:ext cx="1698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𝐿𝑂𝐶𝐴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AE42B12-E685-3EE2-B39D-9BB6DACB2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14" y="3847234"/>
                <a:ext cx="1698443" cy="369332"/>
              </a:xfrm>
              <a:prstGeom prst="rect">
                <a:avLst/>
              </a:prstGeom>
              <a:blipFill>
                <a:blip r:embed="rId3"/>
                <a:stretch>
                  <a:fillRect l="-29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4EE3D527-F8D6-2128-AE60-D0DF105613A5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 flipH="1">
            <a:off x="8848844" y="1128615"/>
            <a:ext cx="4449232" cy="14750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9497E52-C17D-BD74-8544-BB230D2E3E07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 flipH="1">
            <a:off x="5016501" y="1128615"/>
            <a:ext cx="8281575" cy="1489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671D1440-4711-6644-FB25-1BC5EB001B34}"/>
              </a:ext>
            </a:extLst>
          </p:cNvPr>
          <p:cNvCxnSpPr>
            <a:cxnSpLocks/>
            <a:stCxn id="14" idx="4"/>
            <a:endCxn id="356" idx="0"/>
          </p:cNvCxnSpPr>
          <p:nvPr/>
        </p:nvCxnSpPr>
        <p:spPr>
          <a:xfrm>
            <a:off x="8848844" y="3245040"/>
            <a:ext cx="1695653" cy="603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ABABFC0F-AD04-35EF-0DEE-90184B42817A}"/>
              </a:ext>
            </a:extLst>
          </p:cNvPr>
          <p:cNvCxnSpPr>
            <a:cxnSpLocks/>
            <a:stCxn id="14" idx="4"/>
            <a:endCxn id="356" idx="0"/>
          </p:cNvCxnSpPr>
          <p:nvPr/>
        </p:nvCxnSpPr>
        <p:spPr>
          <a:xfrm>
            <a:off x="8848844" y="3245040"/>
            <a:ext cx="1695653" cy="603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7BE09F3E-4069-40AA-FEDC-916E90A642A2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6737124" y="3245040"/>
            <a:ext cx="2111720" cy="580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78F84000-5CF4-DFBF-F720-142E0F01E1B3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3270670" y="1128615"/>
            <a:ext cx="10027406" cy="1490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Oval 354">
            <a:extLst>
              <a:ext uri="{FF2B5EF4-FFF2-40B4-BE49-F238E27FC236}">
                <a16:creationId xmlns:a16="http://schemas.microsoft.com/office/drawing/2014/main" id="{A51B710E-81F1-476F-3C6F-EB173893D03D}"/>
              </a:ext>
            </a:extLst>
          </p:cNvPr>
          <p:cNvSpPr/>
          <p:nvPr/>
        </p:nvSpPr>
        <p:spPr>
          <a:xfrm>
            <a:off x="8234481" y="385317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LOOP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H2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7F2DB60F-9D7B-675D-82A5-3079D5D96613}"/>
              </a:ext>
            </a:extLst>
          </p:cNvPr>
          <p:cNvSpPr/>
          <p:nvPr/>
        </p:nvSpPr>
        <p:spPr>
          <a:xfrm>
            <a:off x="9827756" y="3848435"/>
            <a:ext cx="1433482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MSLB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H2</a:t>
            </a:r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D6F17F68-1AE0-E127-3D9C-523A47FB794D}"/>
              </a:ext>
            </a:extLst>
          </p:cNvPr>
          <p:cNvSpPr/>
          <p:nvPr/>
        </p:nvSpPr>
        <p:spPr>
          <a:xfrm>
            <a:off x="8422333" y="5134436"/>
            <a:ext cx="1138113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LOOPH2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5F28EC3-1BAC-5B9B-7878-7E08678C8134}"/>
              </a:ext>
            </a:extLst>
          </p:cNvPr>
          <p:cNvSpPr/>
          <p:nvPr/>
        </p:nvSpPr>
        <p:spPr>
          <a:xfrm>
            <a:off x="10123676" y="5128406"/>
            <a:ext cx="1138113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MSLBH2</a:t>
            </a:r>
          </a:p>
        </p:txBody>
      </p: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0A9EE8E1-9B4A-B621-D8B7-6CA575E7F349}"/>
              </a:ext>
            </a:extLst>
          </p:cNvPr>
          <p:cNvCxnSpPr>
            <a:cxnSpLocks/>
            <a:stCxn id="355" idx="4"/>
            <a:endCxn id="403" idx="0"/>
          </p:cNvCxnSpPr>
          <p:nvPr/>
        </p:nvCxnSpPr>
        <p:spPr>
          <a:xfrm>
            <a:off x="8848844" y="4494529"/>
            <a:ext cx="142546" cy="6399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42B2A6C5-2E9C-D163-89F3-2F36D790900D}"/>
              </a:ext>
            </a:extLst>
          </p:cNvPr>
          <p:cNvCxnSpPr>
            <a:cxnSpLocks/>
            <a:stCxn id="356" idx="4"/>
            <a:endCxn id="404" idx="0"/>
          </p:cNvCxnSpPr>
          <p:nvPr/>
        </p:nvCxnSpPr>
        <p:spPr>
          <a:xfrm>
            <a:off x="10544497" y="4489785"/>
            <a:ext cx="148236" cy="6386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8E252714-9183-8A03-EE68-0BFB395F6ED9}"/>
              </a:ext>
            </a:extLst>
          </p:cNvPr>
          <p:cNvCxnSpPr>
            <a:cxnSpLocks/>
            <a:stCxn id="403" idx="4"/>
            <a:endCxn id="15" idx="0"/>
          </p:cNvCxnSpPr>
          <p:nvPr/>
        </p:nvCxnSpPr>
        <p:spPr>
          <a:xfrm>
            <a:off x="8991390" y="5747209"/>
            <a:ext cx="1675022" cy="3188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BAF4C4EF-BC02-13D8-211A-25846690B267}"/>
              </a:ext>
            </a:extLst>
          </p:cNvPr>
          <p:cNvCxnSpPr>
            <a:cxnSpLocks/>
            <a:stCxn id="404" idx="4"/>
            <a:endCxn id="15" idx="0"/>
          </p:cNvCxnSpPr>
          <p:nvPr/>
        </p:nvCxnSpPr>
        <p:spPr>
          <a:xfrm flipH="1">
            <a:off x="10666412" y="5741179"/>
            <a:ext cx="26321" cy="3194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5245850-AD6E-7F00-3343-8BA596BCA4F0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 flipV="1">
            <a:off x="5630863" y="2924365"/>
            <a:ext cx="2603618" cy="143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1AC4C8D7-8264-D858-B4C8-076B14149790}"/>
              </a:ext>
            </a:extLst>
          </p:cNvPr>
          <p:cNvCxnSpPr>
            <a:cxnSpLocks/>
            <a:stCxn id="14" idx="4"/>
            <a:endCxn id="355" idx="0"/>
          </p:cNvCxnSpPr>
          <p:nvPr/>
        </p:nvCxnSpPr>
        <p:spPr>
          <a:xfrm>
            <a:off x="8848844" y="3245040"/>
            <a:ext cx="0" cy="6081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24BFAC4F-295D-4327-E4AC-6A46665FC19B}"/>
              </a:ext>
            </a:extLst>
          </p:cNvPr>
          <p:cNvSpPr txBox="1"/>
          <p:nvPr/>
        </p:nvSpPr>
        <p:spPr>
          <a:xfrm>
            <a:off x="9522072" y="2303150"/>
            <a:ext cx="2015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Overcurrent</a:t>
            </a:r>
          </a:p>
          <a:p>
            <a:r>
              <a:rPr lang="en-US" dirty="0"/>
              <a:t>Explosion</a:t>
            </a:r>
          </a:p>
          <a:p>
            <a:r>
              <a:rPr lang="en-US" dirty="0"/>
              <a:t>Steam pipe break</a:t>
            </a:r>
          </a:p>
          <a:p>
            <a:r>
              <a:rPr lang="en-US" dirty="0"/>
              <a:t>Safe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CA45CCA3-8F27-3BE3-6E8F-0C8D43E7B74D}"/>
              </a:ext>
            </a:extLst>
          </p:cNvPr>
          <p:cNvSpPr txBox="1"/>
          <p:nvPr/>
        </p:nvSpPr>
        <p:spPr>
          <a:xfrm>
            <a:off x="10782273" y="4511575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7174E20-5D86-35F0-5506-D4BCD944EBC2}"/>
              </a:ext>
            </a:extLst>
          </p:cNvPr>
          <p:cNvSpPr txBox="1"/>
          <p:nvPr/>
        </p:nvSpPr>
        <p:spPr>
          <a:xfrm>
            <a:off x="8966486" y="4498943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6A438786-F433-36D0-6FCE-C6A8A4FDF57A}"/>
              </a:ext>
            </a:extLst>
          </p:cNvPr>
          <p:cNvSpPr txBox="1"/>
          <p:nvPr/>
        </p:nvSpPr>
        <p:spPr>
          <a:xfrm>
            <a:off x="7178268" y="4454770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45A8F0-AF85-2381-F32E-4AA3A2A9F586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 flipH="1">
            <a:off x="5016501" y="1060730"/>
            <a:ext cx="2151240" cy="15573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45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80765-8EF9-4CD0-007B-7090D48E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BF2014-615D-B516-EFBD-2E160A9A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  <a:latin typeface="Manrope"/>
              </a:rPr>
              <a:pPr/>
              <a:t>2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4197A1-6B73-3C05-79A6-1D0846258C4E}"/>
              </a:ext>
            </a:extLst>
          </p:cNvPr>
          <p:cNvSpPr/>
          <p:nvPr/>
        </p:nvSpPr>
        <p:spPr>
          <a:xfrm>
            <a:off x="6860862" y="369672"/>
            <a:ext cx="2095500" cy="80962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Manrope"/>
              </a:rPr>
              <a:t>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3B1BB3-1DDB-AD65-22BC-C3CBC67824D0}"/>
              </a:ext>
            </a:extLst>
          </p:cNvPr>
          <p:cNvSpPr/>
          <p:nvPr/>
        </p:nvSpPr>
        <p:spPr>
          <a:xfrm>
            <a:off x="12250326" y="318990"/>
            <a:ext cx="2095500" cy="8096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Manrope"/>
              </a:rPr>
              <a:t>PGA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1039CF-2B3E-E9DA-779F-59215F1D8F0B}"/>
              </a:ext>
            </a:extLst>
          </p:cNvPr>
          <p:cNvSpPr/>
          <p:nvPr/>
        </p:nvSpPr>
        <p:spPr>
          <a:xfrm>
            <a:off x="1109639" y="261900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LOCA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E95CEB-6BF1-3D7B-E31B-D3207658FA84}"/>
              </a:ext>
            </a:extLst>
          </p:cNvPr>
          <p:cNvSpPr/>
          <p:nvPr/>
        </p:nvSpPr>
        <p:spPr>
          <a:xfrm>
            <a:off x="13117101" y="3338914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ACS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807D5E-B73A-64FD-BFDA-836D1A54E058}"/>
              </a:ext>
            </a:extLst>
          </p:cNvPr>
          <p:cNvSpPr/>
          <p:nvPr/>
        </p:nvSpPr>
        <p:spPr>
          <a:xfrm>
            <a:off x="15517480" y="3330369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EDG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FB7FEC-A653-FE13-0751-6DFBD62CA3FC}"/>
              </a:ext>
            </a:extLst>
          </p:cNvPr>
          <p:cNvSpPr/>
          <p:nvPr/>
        </p:nvSpPr>
        <p:spPr>
          <a:xfrm>
            <a:off x="18365603" y="2698397"/>
            <a:ext cx="1228725" cy="6413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PDP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B55D3A-1F01-6205-9ADD-A4B34AEAF782}"/>
              </a:ext>
            </a:extLst>
          </p:cNvPr>
          <p:cNvSpPr/>
          <p:nvPr/>
        </p:nvSpPr>
        <p:spPr>
          <a:xfrm>
            <a:off x="2656307" y="261900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LOOP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1A9E2E-0689-61EB-E3D0-14045795AD47}"/>
              </a:ext>
            </a:extLst>
          </p:cNvPr>
          <p:cNvSpPr/>
          <p:nvPr/>
        </p:nvSpPr>
        <p:spPr>
          <a:xfrm>
            <a:off x="4402138" y="2618035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MSLB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5B318C-F1A2-F9ED-23B0-1C24C0DA3F58}"/>
              </a:ext>
            </a:extLst>
          </p:cNvPr>
          <p:cNvSpPr/>
          <p:nvPr/>
        </p:nvSpPr>
        <p:spPr>
          <a:xfrm>
            <a:off x="6122761" y="3825920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LHS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2FF5E8-FEDF-182C-60CD-08E33DD76599}"/>
              </a:ext>
            </a:extLst>
          </p:cNvPr>
          <p:cNvSpPr/>
          <p:nvPr/>
        </p:nvSpPr>
        <p:spPr>
          <a:xfrm>
            <a:off x="10204358" y="2615201"/>
            <a:ext cx="188919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Overcurrent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B2A30EF-4F61-4E8B-6638-308F2E9CFDA6}"/>
              </a:ext>
            </a:extLst>
          </p:cNvPr>
          <p:cNvSpPr/>
          <p:nvPr/>
        </p:nvSpPr>
        <p:spPr>
          <a:xfrm>
            <a:off x="9098105" y="8935611"/>
            <a:ext cx="3136613" cy="135053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FFFF"/>
                </a:solidFill>
                <a:latin typeface="Manrope"/>
              </a:rPr>
              <a:t>Reactor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60ABB3D-D997-4221-8300-3EBA031BB889}"/>
              </a:ext>
            </a:extLst>
          </p:cNvPr>
          <p:cNvSpPr/>
          <p:nvPr/>
        </p:nvSpPr>
        <p:spPr>
          <a:xfrm>
            <a:off x="12631416" y="4244441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ACS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D038A8-69FC-C575-5861-EE3097F02486}"/>
              </a:ext>
            </a:extLst>
          </p:cNvPr>
          <p:cNvSpPr/>
          <p:nvPr/>
        </p:nvSpPr>
        <p:spPr>
          <a:xfrm>
            <a:off x="13848236" y="4237914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ACS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39B400-A517-C6E1-F502-D1150095AB28}"/>
              </a:ext>
            </a:extLst>
          </p:cNvPr>
          <p:cNvSpPr/>
          <p:nvPr/>
        </p:nvSpPr>
        <p:spPr>
          <a:xfrm>
            <a:off x="14954201" y="4259173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EDG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64165B-0541-1AF9-E560-AFC069384CD7}"/>
              </a:ext>
            </a:extLst>
          </p:cNvPr>
          <p:cNvSpPr/>
          <p:nvPr/>
        </p:nvSpPr>
        <p:spPr>
          <a:xfrm>
            <a:off x="16369598" y="4302264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EDG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27D719-707C-8E5F-132E-607C4B75B915}"/>
              </a:ext>
            </a:extLst>
          </p:cNvPr>
          <p:cNvSpPr/>
          <p:nvPr/>
        </p:nvSpPr>
        <p:spPr>
          <a:xfrm>
            <a:off x="17775357" y="4209336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PDP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21DE16B-146B-8CFE-EB26-8562E12CCC24}"/>
              </a:ext>
            </a:extLst>
          </p:cNvPr>
          <p:cNvSpPr/>
          <p:nvPr/>
        </p:nvSpPr>
        <p:spPr>
          <a:xfrm>
            <a:off x="19441196" y="4213323"/>
            <a:ext cx="904874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30000" dirty="0" err="1">
                <a:solidFill>
                  <a:srgbClr val="FFFFFF"/>
                </a:solidFill>
                <a:latin typeface="Manrope"/>
              </a:rPr>
              <a:t>r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PDP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F10E18-B9F7-5D6C-1062-11249A784B4C}"/>
              </a:ext>
            </a:extLst>
          </p:cNvPr>
          <p:cNvCxnSpPr>
            <a:stCxn id="8" idx="4"/>
            <a:endCxn id="16" idx="0"/>
          </p:cNvCxnSpPr>
          <p:nvPr/>
        </p:nvCxnSpPr>
        <p:spPr>
          <a:xfrm flipH="1">
            <a:off x="13083853" y="3980264"/>
            <a:ext cx="647610" cy="264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D81CFE-BE99-3A46-D2D0-93C401296F20}"/>
              </a:ext>
            </a:extLst>
          </p:cNvPr>
          <p:cNvCxnSpPr>
            <a:cxnSpLocks/>
            <a:stCxn id="8" idx="4"/>
            <a:endCxn id="17" idx="0"/>
          </p:cNvCxnSpPr>
          <p:nvPr/>
        </p:nvCxnSpPr>
        <p:spPr>
          <a:xfrm>
            <a:off x="13731463" y="3980265"/>
            <a:ext cx="569210" cy="2576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745CD4-C5E7-F98D-BB5D-A828BA02C2E7}"/>
              </a:ext>
            </a:extLst>
          </p:cNvPr>
          <p:cNvCxnSpPr>
            <a:cxnSpLocks/>
            <a:stCxn id="9" idx="4"/>
            <a:endCxn id="18" idx="0"/>
          </p:cNvCxnSpPr>
          <p:nvPr/>
        </p:nvCxnSpPr>
        <p:spPr>
          <a:xfrm flipH="1">
            <a:off x="15406638" y="3971720"/>
            <a:ext cx="725204" cy="2874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AE31E8-1F0C-A842-87C0-21B77675458C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>
            <a:off x="16131843" y="3971719"/>
            <a:ext cx="690193" cy="3305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CD613C-2739-7DEB-D0C5-EED437AA5617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>
          <a:xfrm flipH="1">
            <a:off x="18227795" y="3339747"/>
            <a:ext cx="752171" cy="8695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CB1207-5AE8-22FF-03D9-9B68BDA037B9}"/>
              </a:ext>
            </a:extLst>
          </p:cNvPr>
          <p:cNvCxnSpPr>
            <a:cxnSpLocks/>
            <a:stCxn id="10" idx="4"/>
            <a:endCxn id="21" idx="0"/>
          </p:cNvCxnSpPr>
          <p:nvPr/>
        </p:nvCxnSpPr>
        <p:spPr>
          <a:xfrm>
            <a:off x="18979965" y="3339748"/>
            <a:ext cx="913668" cy="8735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47E9C9-7C4B-4891-D32E-2F6BF487DC8A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13298076" y="1128615"/>
            <a:ext cx="433388" cy="22102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54FF4B-EC59-B243-A9CD-FC0192408CFC}"/>
              </a:ext>
            </a:extLst>
          </p:cNvPr>
          <p:cNvCxnSpPr>
            <a:cxnSpLocks/>
            <a:stCxn id="6" idx="5"/>
            <a:endCxn id="10" idx="0"/>
          </p:cNvCxnSpPr>
          <p:nvPr/>
        </p:nvCxnSpPr>
        <p:spPr>
          <a:xfrm>
            <a:off x="14038947" y="1010048"/>
            <a:ext cx="4941019" cy="16883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CD1289D-4899-5C00-5A5A-2992125F607B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4038947" y="1010048"/>
            <a:ext cx="2092896" cy="23203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ADE078D-7414-8F5A-5279-0A1DD8D1CB93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8649483" y="1060730"/>
            <a:ext cx="5081981" cy="22781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50244C-81BC-D684-9DEE-B0B14CFD93E5}"/>
              </a:ext>
            </a:extLst>
          </p:cNvPr>
          <p:cNvCxnSpPr>
            <a:cxnSpLocks/>
            <a:stCxn id="5" idx="5"/>
            <a:endCxn id="9" idx="0"/>
          </p:cNvCxnSpPr>
          <p:nvPr/>
        </p:nvCxnSpPr>
        <p:spPr>
          <a:xfrm>
            <a:off x="8649483" y="1060730"/>
            <a:ext cx="7482360" cy="22696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4B6058D-1F14-E893-5754-F33FA05A7235}"/>
              </a:ext>
            </a:extLst>
          </p:cNvPr>
          <p:cNvCxnSpPr>
            <a:cxnSpLocks/>
            <a:stCxn id="5" idx="5"/>
            <a:endCxn id="10" idx="0"/>
          </p:cNvCxnSpPr>
          <p:nvPr/>
        </p:nvCxnSpPr>
        <p:spPr>
          <a:xfrm>
            <a:off x="8649483" y="1060730"/>
            <a:ext cx="10330483" cy="16376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ECFDB5F-0F6D-050C-A674-3A75609E454C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 flipH="1">
            <a:off x="10666412" y="4857214"/>
            <a:ext cx="2417442" cy="4078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6EA4592-B111-C60F-6BB3-D9116F06A8A5}"/>
              </a:ext>
            </a:extLst>
          </p:cNvPr>
          <p:cNvCxnSpPr>
            <a:cxnSpLocks/>
            <a:stCxn id="17" idx="4"/>
            <a:endCxn id="15" idx="0"/>
          </p:cNvCxnSpPr>
          <p:nvPr/>
        </p:nvCxnSpPr>
        <p:spPr>
          <a:xfrm flipH="1">
            <a:off x="10666412" y="4850687"/>
            <a:ext cx="3634261" cy="40849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3673ED3-C91B-94C1-4D46-05AF634504EA}"/>
              </a:ext>
            </a:extLst>
          </p:cNvPr>
          <p:cNvCxnSpPr>
            <a:cxnSpLocks/>
            <a:stCxn id="18" idx="4"/>
            <a:endCxn id="15" idx="0"/>
          </p:cNvCxnSpPr>
          <p:nvPr/>
        </p:nvCxnSpPr>
        <p:spPr>
          <a:xfrm flipH="1">
            <a:off x="10666412" y="4871946"/>
            <a:ext cx="4740227" cy="4063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21AD757-7FBD-7853-F8DB-1E9A001F10B4}"/>
              </a:ext>
            </a:extLst>
          </p:cNvPr>
          <p:cNvCxnSpPr>
            <a:cxnSpLocks/>
            <a:stCxn id="19" idx="4"/>
            <a:endCxn id="15" idx="0"/>
          </p:cNvCxnSpPr>
          <p:nvPr/>
        </p:nvCxnSpPr>
        <p:spPr>
          <a:xfrm flipH="1">
            <a:off x="10666412" y="4915037"/>
            <a:ext cx="6155623" cy="4020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1C09F5B-7E56-5A6D-4FA5-8184EFF26C82}"/>
              </a:ext>
            </a:extLst>
          </p:cNvPr>
          <p:cNvCxnSpPr>
            <a:cxnSpLocks/>
            <a:stCxn id="20" idx="4"/>
            <a:endCxn id="15" idx="0"/>
          </p:cNvCxnSpPr>
          <p:nvPr/>
        </p:nvCxnSpPr>
        <p:spPr>
          <a:xfrm flipH="1">
            <a:off x="10666412" y="4822109"/>
            <a:ext cx="7561383" cy="41135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50A52A7-E022-3B5A-760F-F58EEF533ACD}"/>
              </a:ext>
            </a:extLst>
          </p:cNvPr>
          <p:cNvCxnSpPr>
            <a:cxnSpLocks/>
            <a:stCxn id="21" idx="4"/>
            <a:endCxn id="15" idx="0"/>
          </p:cNvCxnSpPr>
          <p:nvPr/>
        </p:nvCxnSpPr>
        <p:spPr>
          <a:xfrm flipH="1">
            <a:off x="10666412" y="4826096"/>
            <a:ext cx="9227221" cy="41095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81C160F-7FD0-94E3-EE0F-D3F2C2F40A8C}"/>
              </a:ext>
            </a:extLst>
          </p:cNvPr>
          <p:cNvSpPr txBox="1"/>
          <p:nvPr/>
        </p:nvSpPr>
        <p:spPr>
          <a:xfrm>
            <a:off x="171624" y="515867"/>
            <a:ext cx="157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Safety barriers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8833ED-1DD5-E45D-77D8-36CABB998B97}"/>
              </a:ext>
            </a:extLst>
          </p:cNvPr>
          <p:cNvSpPr txBox="1"/>
          <p:nvPr/>
        </p:nvSpPr>
        <p:spPr>
          <a:xfrm>
            <a:off x="171623" y="150742"/>
            <a:ext cx="229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Accidents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E2E4D9-8C3D-DD5D-7470-F62A44E98D57}"/>
              </a:ext>
            </a:extLst>
          </p:cNvPr>
          <p:cNvSpPr txBox="1"/>
          <p:nvPr/>
        </p:nvSpPr>
        <p:spPr>
          <a:xfrm>
            <a:off x="171623" y="958262"/>
            <a:ext cx="180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Initiating event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8235235-AB79-46AA-C639-734CACCD324D}"/>
              </a:ext>
            </a:extLst>
          </p:cNvPr>
          <p:cNvSpPr txBox="1"/>
          <p:nvPr/>
        </p:nvSpPr>
        <p:spPr>
          <a:xfrm>
            <a:off x="171623" y="1389845"/>
            <a:ext cx="180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Other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4A2EA04-4EEF-D5DC-3D4D-5E82C00EA1EF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1724002" y="1060730"/>
            <a:ext cx="5443739" cy="15582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5C8B081-1801-52D1-2E19-DD2B8C73D02A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724002" y="1010048"/>
            <a:ext cx="10833203" cy="16089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4DAB8451-08EA-0CA6-A757-B71F00CF87F9}"/>
              </a:ext>
            </a:extLst>
          </p:cNvPr>
          <p:cNvSpPr/>
          <p:nvPr/>
        </p:nvSpPr>
        <p:spPr>
          <a:xfrm>
            <a:off x="1324291" y="4305072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LOCA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34A2E68-B1CA-1094-12AA-96BB1C902C60}"/>
              </a:ext>
            </a:extLst>
          </p:cNvPr>
          <p:cNvCxnSpPr>
            <a:cxnSpLocks/>
            <a:stCxn id="98" idx="5"/>
            <a:endCxn id="15" idx="0"/>
          </p:cNvCxnSpPr>
          <p:nvPr/>
        </p:nvCxnSpPr>
        <p:spPr>
          <a:xfrm>
            <a:off x="2096650" y="4828106"/>
            <a:ext cx="8569762" cy="41075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A833DA8-23DB-DDFB-AAE7-4648BA632747}"/>
              </a:ext>
            </a:extLst>
          </p:cNvPr>
          <p:cNvCxnSpPr>
            <a:cxnSpLocks/>
            <a:stCxn id="7" idx="4"/>
            <a:endCxn id="98" idx="0"/>
          </p:cNvCxnSpPr>
          <p:nvPr/>
        </p:nvCxnSpPr>
        <p:spPr>
          <a:xfrm>
            <a:off x="1724002" y="3260359"/>
            <a:ext cx="52727" cy="10447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CA57938F-4F3B-2207-7989-1CD838ED070F}"/>
              </a:ext>
            </a:extLst>
          </p:cNvPr>
          <p:cNvSpPr/>
          <p:nvPr/>
        </p:nvSpPr>
        <p:spPr>
          <a:xfrm>
            <a:off x="2811810" y="4293417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LOOP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80D931B-A7FC-9725-BDF4-73A32C696881}"/>
              </a:ext>
            </a:extLst>
          </p:cNvPr>
          <p:cNvCxnSpPr>
            <a:cxnSpLocks/>
            <a:stCxn id="11" idx="4"/>
            <a:endCxn id="109" idx="0"/>
          </p:cNvCxnSpPr>
          <p:nvPr/>
        </p:nvCxnSpPr>
        <p:spPr>
          <a:xfrm flipH="1">
            <a:off x="3264248" y="3260359"/>
            <a:ext cx="6422" cy="10330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49200CE-A251-8831-32F4-6224CA5363FE}"/>
              </a:ext>
            </a:extLst>
          </p:cNvPr>
          <p:cNvCxnSpPr>
            <a:cxnSpLocks/>
            <a:stCxn id="109" idx="5"/>
            <a:endCxn id="15" idx="0"/>
          </p:cNvCxnSpPr>
          <p:nvPr/>
        </p:nvCxnSpPr>
        <p:spPr>
          <a:xfrm>
            <a:off x="3584169" y="4816451"/>
            <a:ext cx="7082243" cy="41191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E835662D-18CA-C23D-6166-566CDE4B3AF1}"/>
              </a:ext>
            </a:extLst>
          </p:cNvPr>
          <p:cNvSpPr/>
          <p:nvPr/>
        </p:nvSpPr>
        <p:spPr>
          <a:xfrm>
            <a:off x="4586820" y="4237031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MSLB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833417A-20EE-33FB-A3EE-109EDA719B43}"/>
              </a:ext>
            </a:extLst>
          </p:cNvPr>
          <p:cNvCxnSpPr>
            <a:cxnSpLocks/>
            <a:stCxn id="12" idx="4"/>
            <a:endCxn id="116" idx="0"/>
          </p:cNvCxnSpPr>
          <p:nvPr/>
        </p:nvCxnSpPr>
        <p:spPr>
          <a:xfrm>
            <a:off x="5016501" y="3259385"/>
            <a:ext cx="22757" cy="9776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55AF8BD-E9A5-173A-6754-45FD5D80B667}"/>
              </a:ext>
            </a:extLst>
          </p:cNvPr>
          <p:cNvCxnSpPr>
            <a:cxnSpLocks/>
            <a:stCxn id="116" idx="5"/>
            <a:endCxn id="15" idx="0"/>
          </p:cNvCxnSpPr>
          <p:nvPr/>
        </p:nvCxnSpPr>
        <p:spPr>
          <a:xfrm>
            <a:off x="5359179" y="4760065"/>
            <a:ext cx="5307233" cy="4175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E08A43-E172-1A86-826A-2A38132935E1}"/>
              </a:ext>
            </a:extLst>
          </p:cNvPr>
          <p:cNvSpPr/>
          <p:nvPr/>
        </p:nvSpPr>
        <p:spPr>
          <a:xfrm>
            <a:off x="6834701" y="5142728"/>
            <a:ext cx="904875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 err="1">
                <a:solidFill>
                  <a:srgbClr val="FFFFFF"/>
                </a:solidFill>
                <a:latin typeface="Manrope"/>
              </a:rPr>
              <a:t>LHS</a:t>
            </a:r>
            <a:endParaRPr lang="en-US" baseline="-25000" dirty="0">
              <a:solidFill>
                <a:srgbClr val="FFFFFF"/>
              </a:solidFill>
              <a:latin typeface="Manrope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87F075F-44A3-75C1-4725-E63A95070990}"/>
              </a:ext>
            </a:extLst>
          </p:cNvPr>
          <p:cNvCxnSpPr>
            <a:cxnSpLocks/>
            <a:stCxn id="13" idx="4"/>
            <a:endCxn id="124" idx="0"/>
          </p:cNvCxnSpPr>
          <p:nvPr/>
        </p:nvCxnSpPr>
        <p:spPr>
          <a:xfrm>
            <a:off x="6737124" y="4467270"/>
            <a:ext cx="550015" cy="6754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4982C44-185C-F50F-EA1E-740D176EA919}"/>
              </a:ext>
            </a:extLst>
          </p:cNvPr>
          <p:cNvCxnSpPr>
            <a:cxnSpLocks/>
            <a:stCxn id="124" idx="5"/>
            <a:endCxn id="15" idx="0"/>
          </p:cNvCxnSpPr>
          <p:nvPr/>
        </p:nvCxnSpPr>
        <p:spPr>
          <a:xfrm>
            <a:off x="7607060" y="5665762"/>
            <a:ext cx="3059352" cy="32698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686D479-CDAC-A5DF-9BCE-661A2407E775}"/>
              </a:ext>
            </a:extLst>
          </p:cNvPr>
          <p:cNvSpPr txBox="1"/>
          <p:nvPr/>
        </p:nvSpPr>
        <p:spPr>
          <a:xfrm>
            <a:off x="19571113" y="2307193"/>
            <a:ext cx="97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  <a:p>
            <a:r>
              <a:rPr lang="en-US" dirty="0"/>
              <a:t>No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6E98951-2C62-32E4-1E48-22FBD8094521}"/>
              </a:ext>
            </a:extLst>
          </p:cNvPr>
          <p:cNvSpPr txBox="1"/>
          <p:nvPr/>
        </p:nvSpPr>
        <p:spPr>
          <a:xfrm>
            <a:off x="17002488" y="3333934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6C38DC8-AA9F-3402-C52B-01600B5CA272}"/>
              </a:ext>
            </a:extLst>
          </p:cNvPr>
          <p:cNvSpPr txBox="1"/>
          <p:nvPr/>
        </p:nvSpPr>
        <p:spPr>
          <a:xfrm>
            <a:off x="19571113" y="3317535"/>
            <a:ext cx="182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U(10,180) if no</a:t>
            </a:r>
          </a:p>
          <a:p>
            <a:r>
              <a:rPr lang="en-US" dirty="0"/>
              <a:t>N(1200,0) if 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CCF36EDB-AD51-2CC5-F7B0-3C4E0700E57C}"/>
                  </a:ext>
                </a:extLst>
              </p:cNvPr>
              <p:cNvSpPr txBox="1"/>
              <p:nvPr/>
            </p:nvSpPr>
            <p:spPr>
              <a:xfrm>
                <a:off x="2167335" y="3847234"/>
                <a:ext cx="1698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𝐿𝑂𝐶𝐴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833B14E5-F4A7-1D2D-3177-44C5B48EC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35" y="3847234"/>
                <a:ext cx="1698443" cy="369332"/>
              </a:xfrm>
              <a:prstGeom prst="rect">
                <a:avLst/>
              </a:prstGeom>
              <a:blipFill>
                <a:blip r:embed="rId2"/>
                <a:stretch>
                  <a:fillRect l="-29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2670766A-63B6-22ED-872B-63F6D3FFD6D9}"/>
                  </a:ext>
                </a:extLst>
              </p:cNvPr>
              <p:cNvSpPr txBox="1"/>
              <p:nvPr/>
            </p:nvSpPr>
            <p:spPr>
              <a:xfrm>
                <a:off x="4007114" y="3847234"/>
                <a:ext cx="1698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𝐿𝑂𝐶𝐴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AE42B12-E685-3EE2-B39D-9BB6DACB2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14" y="3847234"/>
                <a:ext cx="1698443" cy="369332"/>
              </a:xfrm>
              <a:prstGeom prst="rect">
                <a:avLst/>
              </a:prstGeom>
              <a:blipFill>
                <a:blip r:embed="rId3"/>
                <a:stretch>
                  <a:fillRect l="-29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0D71AFC8-F4C7-8885-16DA-2CA0AFB229EF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 flipH="1">
            <a:off x="11148956" y="1128615"/>
            <a:ext cx="2149120" cy="1486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E1C592C-A8AA-8A70-3C73-35465587FE62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 flipH="1">
            <a:off x="5016501" y="1128615"/>
            <a:ext cx="8281575" cy="1489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558BDF44-349A-7E52-6696-D07201F759D0}"/>
              </a:ext>
            </a:extLst>
          </p:cNvPr>
          <p:cNvCxnSpPr>
            <a:cxnSpLocks/>
            <a:stCxn id="14" idx="4"/>
            <a:endCxn id="13" idx="0"/>
          </p:cNvCxnSpPr>
          <p:nvPr/>
        </p:nvCxnSpPr>
        <p:spPr>
          <a:xfrm flipH="1">
            <a:off x="6737124" y="3256551"/>
            <a:ext cx="4411832" cy="5693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020E49D4-925B-DC3B-3453-5B80FCDF409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3270670" y="1128615"/>
            <a:ext cx="10027406" cy="1490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Oval 354">
            <a:extLst>
              <a:ext uri="{FF2B5EF4-FFF2-40B4-BE49-F238E27FC236}">
                <a16:creationId xmlns:a16="http://schemas.microsoft.com/office/drawing/2014/main" id="{80249590-E45D-9635-C797-992DE6BEEEE3}"/>
              </a:ext>
            </a:extLst>
          </p:cNvPr>
          <p:cNvSpPr/>
          <p:nvPr/>
        </p:nvSpPr>
        <p:spPr>
          <a:xfrm>
            <a:off x="8284373" y="3853179"/>
            <a:ext cx="122872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LOOP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H2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7765E831-A6F2-FEAD-D0BE-B225BC7BB129}"/>
              </a:ext>
            </a:extLst>
          </p:cNvPr>
          <p:cNvSpPr/>
          <p:nvPr/>
        </p:nvSpPr>
        <p:spPr>
          <a:xfrm>
            <a:off x="9827756" y="3848435"/>
            <a:ext cx="1433482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Manrope"/>
              </a:rPr>
              <a:t>MSLB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Manrope"/>
              </a:rPr>
              <a:t>H2</a:t>
            </a:r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C422A700-3F0E-37CC-3786-20C5B732A9E4}"/>
              </a:ext>
            </a:extLst>
          </p:cNvPr>
          <p:cNvSpPr/>
          <p:nvPr/>
        </p:nvSpPr>
        <p:spPr>
          <a:xfrm>
            <a:off x="8422333" y="5134436"/>
            <a:ext cx="1138113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LOOPH2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86490B91-C3F2-C4EA-F7A1-2688C2263632}"/>
              </a:ext>
            </a:extLst>
          </p:cNvPr>
          <p:cNvSpPr/>
          <p:nvPr/>
        </p:nvSpPr>
        <p:spPr>
          <a:xfrm>
            <a:off x="10123676" y="5128406"/>
            <a:ext cx="1138113" cy="61277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t</a:t>
            </a:r>
            <a:r>
              <a:rPr lang="en-US" baseline="-25000" dirty="0">
                <a:solidFill>
                  <a:srgbClr val="FFFFFF"/>
                </a:solidFill>
                <a:latin typeface="Manrope"/>
              </a:rPr>
              <a:t>MSLBH2</a:t>
            </a:r>
          </a:p>
        </p:txBody>
      </p: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2232127B-F066-C700-BDAD-790A08BBCE2A}"/>
              </a:ext>
            </a:extLst>
          </p:cNvPr>
          <p:cNvCxnSpPr>
            <a:cxnSpLocks/>
            <a:stCxn id="355" idx="4"/>
            <a:endCxn id="403" idx="0"/>
          </p:cNvCxnSpPr>
          <p:nvPr/>
        </p:nvCxnSpPr>
        <p:spPr>
          <a:xfrm>
            <a:off x="8898736" y="4494529"/>
            <a:ext cx="92654" cy="6399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4F6E47AF-0991-B2B0-A196-9158814317DB}"/>
              </a:ext>
            </a:extLst>
          </p:cNvPr>
          <p:cNvCxnSpPr>
            <a:cxnSpLocks/>
            <a:stCxn id="356" idx="4"/>
            <a:endCxn id="404" idx="0"/>
          </p:cNvCxnSpPr>
          <p:nvPr/>
        </p:nvCxnSpPr>
        <p:spPr>
          <a:xfrm>
            <a:off x="10544497" y="4489785"/>
            <a:ext cx="148236" cy="6386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05AACAF9-63D8-6B8E-CAC0-E6B6E72949B4}"/>
              </a:ext>
            </a:extLst>
          </p:cNvPr>
          <p:cNvCxnSpPr>
            <a:cxnSpLocks/>
            <a:stCxn id="403" idx="4"/>
            <a:endCxn id="15" idx="0"/>
          </p:cNvCxnSpPr>
          <p:nvPr/>
        </p:nvCxnSpPr>
        <p:spPr>
          <a:xfrm>
            <a:off x="8991390" y="5747209"/>
            <a:ext cx="1675022" cy="3188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28E38B8-A3C1-74DE-1538-22B857CE23F7}"/>
              </a:ext>
            </a:extLst>
          </p:cNvPr>
          <p:cNvCxnSpPr>
            <a:cxnSpLocks/>
            <a:stCxn id="404" idx="4"/>
            <a:endCxn id="15" idx="0"/>
          </p:cNvCxnSpPr>
          <p:nvPr/>
        </p:nvCxnSpPr>
        <p:spPr>
          <a:xfrm flipH="1">
            <a:off x="10666412" y="5741179"/>
            <a:ext cx="26321" cy="3194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839886A-9231-629F-3797-BD12C3CC1839}"/>
              </a:ext>
            </a:extLst>
          </p:cNvPr>
          <p:cNvCxnSpPr>
            <a:cxnSpLocks/>
            <a:stCxn id="12" idx="6"/>
            <a:endCxn id="38" idx="2"/>
          </p:cNvCxnSpPr>
          <p:nvPr/>
        </p:nvCxnSpPr>
        <p:spPr>
          <a:xfrm>
            <a:off x="5630863" y="2938710"/>
            <a:ext cx="446733" cy="15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BDB8560-B691-3C63-9453-B32B5C76FA44}"/>
              </a:ext>
            </a:extLst>
          </p:cNvPr>
          <p:cNvSpPr txBox="1"/>
          <p:nvPr/>
        </p:nvSpPr>
        <p:spPr>
          <a:xfrm>
            <a:off x="9780710" y="31542"/>
            <a:ext cx="2015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Overcurrent</a:t>
            </a:r>
          </a:p>
          <a:p>
            <a:r>
              <a:rPr lang="en-US" dirty="0"/>
              <a:t>Explosion</a:t>
            </a:r>
          </a:p>
          <a:p>
            <a:r>
              <a:rPr lang="en-US" dirty="0"/>
              <a:t>Steam pipe break</a:t>
            </a:r>
          </a:p>
          <a:p>
            <a:r>
              <a:rPr lang="en-US" dirty="0"/>
              <a:t>Safe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36BD2B2D-B24F-A00F-40BA-52B5FC476C6D}"/>
              </a:ext>
            </a:extLst>
          </p:cNvPr>
          <p:cNvSpPr txBox="1"/>
          <p:nvPr/>
        </p:nvSpPr>
        <p:spPr>
          <a:xfrm>
            <a:off x="10782273" y="4511575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BDF32695-BDED-3D53-7AE5-8C3419E123A9}"/>
              </a:ext>
            </a:extLst>
          </p:cNvPr>
          <p:cNvSpPr txBox="1"/>
          <p:nvPr/>
        </p:nvSpPr>
        <p:spPr>
          <a:xfrm>
            <a:off x="8966486" y="4498943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816D8BD5-A3C9-6A8D-9795-7BF9B2686F95}"/>
              </a:ext>
            </a:extLst>
          </p:cNvPr>
          <p:cNvSpPr txBox="1"/>
          <p:nvPr/>
        </p:nvSpPr>
        <p:spPr>
          <a:xfrm>
            <a:off x="7178268" y="4454770"/>
            <a:ext cx="1698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U(0,1200) if yes</a:t>
            </a:r>
          </a:p>
          <a:p>
            <a:r>
              <a:rPr lang="en-US" dirty="0"/>
              <a:t>N(1200,0) if no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EA11C3-20FB-4CEE-A4AB-FBA08E025B8F}"/>
              </a:ext>
            </a:extLst>
          </p:cNvPr>
          <p:cNvCxnSpPr>
            <a:cxnSpLocks/>
            <a:stCxn id="5" idx="3"/>
            <a:endCxn id="12" idx="0"/>
          </p:cNvCxnSpPr>
          <p:nvPr/>
        </p:nvCxnSpPr>
        <p:spPr>
          <a:xfrm flipH="1">
            <a:off x="5016501" y="1060730"/>
            <a:ext cx="2151240" cy="15573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7D96948-C4F0-2F56-1B03-F1E3DB99FFDC}"/>
              </a:ext>
            </a:extLst>
          </p:cNvPr>
          <p:cNvSpPr/>
          <p:nvPr/>
        </p:nvSpPr>
        <p:spPr>
          <a:xfrm>
            <a:off x="7944727" y="2618035"/>
            <a:ext cx="1889195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Explosion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0113F7B-506E-315B-22B2-32B146742292}"/>
              </a:ext>
            </a:extLst>
          </p:cNvPr>
          <p:cNvSpPr/>
          <p:nvPr/>
        </p:nvSpPr>
        <p:spPr>
          <a:xfrm>
            <a:off x="6077596" y="2619553"/>
            <a:ext cx="1655879" cy="6413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Manrope"/>
              </a:rPr>
              <a:t>Steam pipe break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364D97A-ED02-1A8A-9378-CB99E8554E24}"/>
              </a:ext>
            </a:extLst>
          </p:cNvPr>
          <p:cNvCxnSpPr>
            <a:cxnSpLocks/>
            <a:stCxn id="34" idx="4"/>
            <a:endCxn id="355" idx="0"/>
          </p:cNvCxnSpPr>
          <p:nvPr/>
        </p:nvCxnSpPr>
        <p:spPr>
          <a:xfrm>
            <a:off x="8889325" y="3259385"/>
            <a:ext cx="9411" cy="593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8D3743-6DF1-8E30-103A-29B72DE1F8FC}"/>
              </a:ext>
            </a:extLst>
          </p:cNvPr>
          <p:cNvCxnSpPr>
            <a:cxnSpLocks/>
            <a:stCxn id="38" idx="4"/>
            <a:endCxn id="356" idx="0"/>
          </p:cNvCxnSpPr>
          <p:nvPr/>
        </p:nvCxnSpPr>
        <p:spPr>
          <a:xfrm>
            <a:off x="6905536" y="3260903"/>
            <a:ext cx="3638961" cy="587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F1A4420-E18C-4610-2EFB-A85D14CFED33}"/>
              </a:ext>
            </a:extLst>
          </p:cNvPr>
          <p:cNvCxnSpPr>
            <a:cxnSpLocks/>
            <a:stCxn id="34" idx="4"/>
            <a:endCxn id="13" idx="0"/>
          </p:cNvCxnSpPr>
          <p:nvPr/>
        </p:nvCxnSpPr>
        <p:spPr>
          <a:xfrm flipH="1">
            <a:off x="6737124" y="3259385"/>
            <a:ext cx="2152201" cy="5665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203309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i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213</Words>
  <Application>Microsoft Macintosh PowerPoint</Application>
  <PresentationFormat>Custom</PresentationFormat>
  <Paragraphs>98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Cambria Math</vt:lpstr>
      <vt:lpstr>Manrope</vt:lpstr>
      <vt:lpstr>Manrope Light</vt:lpstr>
      <vt:lpstr>Manrope SemiBold</vt:lpstr>
      <vt:lpstr>Interni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Marchetti</dc:creator>
  <cp:lastModifiedBy>Stefano Marchetti</cp:lastModifiedBy>
  <cp:revision>10</cp:revision>
  <dcterms:created xsi:type="dcterms:W3CDTF">2025-10-13T12:36:33Z</dcterms:created>
  <dcterms:modified xsi:type="dcterms:W3CDTF">2025-10-20T09:54:40Z</dcterms:modified>
</cp:coreProperties>
</file>